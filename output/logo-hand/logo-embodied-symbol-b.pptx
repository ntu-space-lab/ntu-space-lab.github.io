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67c74360224f65" /><Relationship Type="http://schemas.openxmlformats.org/officeDocument/2006/relationships/extended-properties" Target="/docProps/app.xml" Id="R43b264aa5ae649de" /><Relationship Type="http://schemas.openxmlformats.org/officeDocument/2006/relationships/officeDocument" Target="/ppt/presentation.xml" Id="R99586546626143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17f8ebe38c4702"/>
  </p:sldMasterIdLst>
  <p:notesMasterIdLst>
    <p:notesMasterId xmlns:r="http://schemas.openxmlformats.org/officeDocument/2006/relationships" r:id="R2a2f8ea90e8d4a49"/>
  </p:notesMasterIdLst>
  <p:sldIdLst>
    <p:sldId xmlns:r="http://schemas.openxmlformats.org/officeDocument/2006/relationships" id="256" r:id="R3eb5a142eba9481d"/>
    <p:sldId xmlns:r="http://schemas.openxmlformats.org/officeDocument/2006/relationships" id="257" r:id="Rdc3f0f9d2e9d46cb"/>
    <p:sldId xmlns:r="http://schemas.openxmlformats.org/officeDocument/2006/relationships" id="258" r:id="R2d901d28cfa64d0e"/>
    <p:sldId xmlns:r="http://schemas.openxmlformats.org/officeDocument/2006/relationships" id="259" r:id="R2737c8821a2a4200"/>
    <p:sldId xmlns:r="http://schemas.openxmlformats.org/officeDocument/2006/relationships" id="260" r:id="R6c92ce2334d44b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0" cy="72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638ba8de72452a" /><Relationship Type="http://schemas.openxmlformats.org/officeDocument/2006/relationships/slideMaster" Target="/ppt/slideMasters/slideMaster1.xml" Id="R5e17f8ebe38c4702" /><Relationship Type="http://schemas.openxmlformats.org/officeDocument/2006/relationships/notesMaster" Target="/ppt/notesMasters/notesMaster1.xml" Id="R2a2f8ea90e8d4a49" /><Relationship Type="http://schemas.openxmlformats.org/officeDocument/2006/relationships/presProps" Target="/ppt/presProps.xml" Id="R3b516de538c34a3a" /><Relationship Type="http://schemas.openxmlformats.org/officeDocument/2006/relationships/viewProps" Target="/ppt/viewProps.xml" Id="R2bf96b2b40c1438d" /><Relationship Type="http://schemas.openxmlformats.org/officeDocument/2006/relationships/tableStyles" Target="/ppt/tableStyles.xml" Id="R56f82bc6a949412b" /><Relationship Type="http://schemas.openxmlformats.org/officeDocument/2006/relationships/slide" Target="/ppt/slides/slide1.xml" Id="R3eb5a142eba9481d" /><Relationship Type="http://schemas.openxmlformats.org/officeDocument/2006/relationships/slide" Target="/ppt/slides/slide2.xml" Id="Rdc3f0f9d2e9d46cb" /><Relationship Type="http://schemas.openxmlformats.org/officeDocument/2006/relationships/slide" Target="/ppt/slides/slide3.xml" Id="R2d901d28cfa64d0e" /><Relationship Type="http://schemas.openxmlformats.org/officeDocument/2006/relationships/slide" Target="/ppt/slides/slide4.xml" Id="R2737c8821a2a4200" /><Relationship Type="http://schemas.openxmlformats.org/officeDocument/2006/relationships/slide" Target="/ppt/slides/slide5.xml" Id="R6c92ce2334d44b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f680218da34a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7e805dc95c4157" /><Relationship Type="http://schemas.openxmlformats.org/officeDocument/2006/relationships/notesMaster" Target="/ppt/notesMasters/notesMaster1.xml" Id="R838507a1cce846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baa573abdf4a6e" /><Relationship Type="http://schemas.openxmlformats.org/officeDocument/2006/relationships/notesMaster" Target="/ppt/notesMasters/notesMaster1.xml" Id="R7c97f79f935a48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469aa6de504831" /><Relationship Type="http://schemas.openxmlformats.org/officeDocument/2006/relationships/notesMaster" Target="/ppt/notesMasters/notesMaster1.xml" Id="R1b18a2b17b0345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eaffcba33e4883" /><Relationship Type="http://schemas.openxmlformats.org/officeDocument/2006/relationships/notesMaster" Target="/ppt/notesMasters/notesMaster1.xml" Id="Rbd1009a33a8947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7c151acddc4796" /><Relationship Type="http://schemas.openxmlformats.org/officeDocument/2006/relationships/notesMaster" Target="/ppt/notesMasters/notesMaster1.xml" Id="R6ac2a52f7f8942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a9455cffed43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a88849d9fc4e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40fd081fe744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e2a5b10ecf4f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e33cf8c3747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264b9a2db4ed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62df1031b94ca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ba3d76ec294c0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354b2796cb423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a32aa050d64abd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F63C18E-E3F3-4CBA-8318-26BD530902D3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lnSpc>
                <a:spcPct val="130000"/>
              </a:lnSpc>
              <a:buNone/>
              <a:defRPr sz="6000"/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E92E85F-4820-48E5-B15E-C8394E468B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E62D2E-6D11-4F87-97F0-52A551C80D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823C19C-13AE-4FE0-9710-3A8ABFE7E0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014A462-BE30-4DC5-8C65-1F95F4DADAB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D4E29F3-E576-49E1-AB18-B95CAED6C2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44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18FFB78-355D-4860-AD4E-D5B65885E4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9CBE02D-A7B0-4464-9B4C-F38B5B8821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FD9E9E8-A5E5-440D-BD98-6DC128BA5B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65B6E4-69A2-43CC-B4D7-DCB462D8AE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CEB4B27-3959-4AC6-A642-05760B8E2B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49" y="469127"/>
            <a:ext cx="10307927" cy="409334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854227A-95CC-44CD-BC20-30186E2442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10307926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88C066F-9949-443D-A80A-5461DE9B23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3416827-DFDC-451B-A33D-0F76F0CBF6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9F2F689-949C-4A67-B08C-7062444EB0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A3FD1F1-A741-431F-B446-51DA2F8504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4400" b="0" i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20DA2F1-EF16-4D43-ADB2-5266A01C527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90000"/>
              </a:lnSpc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B3726A0-27A0-4BFE-B8AD-9ABDB718324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90000"/>
              </a:lnSpc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6BCAAE1-6049-4B68-ABE4-2C2D9FB13E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6B8B0BA-8185-4C39-A294-2EBD86C6D7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EDEA549-C8B1-45CC-A7D6-0515936981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5934AF5-B147-4602-8616-E1E26EF1A7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51D7ACB-11B8-418A-ACFA-BAF1AA9914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2CFAA34-458D-4836-91C3-9C26A99591E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E25C085A-AD03-4BE9-ADC3-62FFE5A4E2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A96954CA-8468-4FC2-92E9-E64007E07E4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07AC5625-D834-400E-AB76-2DCB5AFAF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39835A71-D0BF-4639-962B-0BE738CB5C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D064A2A2-9DC7-43FA-B59F-73EFBD08B6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36DE438-E160-4326-ADA1-48E00291CA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4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95236AF-F00B-4400-A952-D01DE3513D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234E0D5-9742-4811-9FDE-E07B878428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4AA52FB-FAD8-4809-94F7-84296462E4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8908C8E3-1DBD-4AB7-B1FA-728B034FCD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C791F33-68FF-4889-8501-9EDE3622FB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EB398873-44F0-47BC-A374-23B1779E4B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961977-44A1-4E29-937D-435702AF31E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3200" b="0"/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27B81E2D-56C3-4ADA-82B0-219D47C4928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42844A9-B5E7-4A37-8FBF-021C63073A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25B0180-D4CA-4C96-A149-7AC0E508A5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97B4FDA-E506-48B6-87E5-56DF23F468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72089FC-8C95-481A-B639-41FFA6912F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9E3B39D-8880-4519-A3A1-4487FC67B5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44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B011469-F10E-4532-8CB0-896CA9FF8A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5EFEAE8-F216-4102-B0B4-884CB88B61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624BFA5-1D91-4D53-ADCF-6865BC1B17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2AC342F-587B-4DE6-BDE7-95D89FCC54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53F1BE0-4458-40C5-9856-33D6440062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AB9D982-0BC9-4FB9-AAC9-11AAC41413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F5955D8-4DC5-4D7D-8DB1-77EA7CB7E4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BD997BC1-AD0B-422F-A797-A65DAF25F57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a3f97ce8cd4d1b" /><Relationship Type="http://schemas.openxmlformats.org/officeDocument/2006/relationships/slideLayout" Target="/ppt/slideLayouts/slideLayout1.xml" Id="Rd20444ea6e9246d6" /><Relationship Type="http://schemas.openxmlformats.org/officeDocument/2006/relationships/slideLayout" Target="/ppt/slideLayouts/slideLayout2.xml" Id="Rb29abb58c2994dd1" /><Relationship Type="http://schemas.openxmlformats.org/officeDocument/2006/relationships/slideLayout" Target="/ppt/slideLayouts/slideLayout3.xml" Id="R7ef4fb4cac754cb0" /><Relationship Type="http://schemas.openxmlformats.org/officeDocument/2006/relationships/slideLayout" Target="/ppt/slideLayouts/slideLayout4.xml" Id="Rf9612dd310554689" /><Relationship Type="http://schemas.openxmlformats.org/officeDocument/2006/relationships/slideLayout" Target="/ppt/slideLayouts/slideLayout5.xml" Id="R450658b4579d40a1" /><Relationship Type="http://schemas.openxmlformats.org/officeDocument/2006/relationships/slideLayout" Target="/ppt/slideLayouts/slideLayout6.xml" Id="Reec5d8c327ea4fb3" /><Relationship Type="http://schemas.openxmlformats.org/officeDocument/2006/relationships/slideLayout" Target="/ppt/slideLayouts/slideLayout7.xml" Id="R5771f1546dfc4ed6" /><Relationship Type="http://schemas.openxmlformats.org/officeDocument/2006/relationships/slideLayout" Target="/ppt/slideLayouts/slideLayout8.xml" Id="R13d6a19ffb18445b" /><Relationship Type="http://schemas.openxmlformats.org/officeDocument/2006/relationships/slideLayout" Target="/ppt/slideLayouts/slideLayout9.xml" Id="Rc49825cec76048c3" /><Relationship Type="http://schemas.openxmlformats.org/officeDocument/2006/relationships/slideLayout" Target="/ppt/slideLayouts/slideLayout10.xml" Id="R43f3f56017314fa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DEB6E22-76F5-4FEF-8884-23C6E5F8CA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845D5DF-0F5F-43AF-899E-BE31CBF90D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0F84031-BA31-4889-8C52-E86167E8C3C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419A5D7-CF9F-4AD1-9598-6C0D4A6403E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E23574E-714B-416A-96E4-15483D5038C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0444ea6e9246d6"/>
    <p:sldLayoutId xmlns:r="http://schemas.openxmlformats.org/officeDocument/2006/relationships" id="2147483650" r:id="Rb29abb58c2994dd1"/>
    <p:sldLayoutId xmlns:r="http://schemas.openxmlformats.org/officeDocument/2006/relationships" id="2147483651" r:id="R7ef4fb4cac754cb0"/>
    <p:sldLayoutId xmlns:r="http://schemas.openxmlformats.org/officeDocument/2006/relationships" id="2147483652" r:id="Rf9612dd310554689"/>
    <p:sldLayoutId xmlns:r="http://schemas.openxmlformats.org/officeDocument/2006/relationships" id="2147483653" r:id="R450658b4579d40a1"/>
    <p:sldLayoutId xmlns:r="http://schemas.openxmlformats.org/officeDocument/2006/relationships" id="2147483654" r:id="Reec5d8c327ea4fb3"/>
    <p:sldLayoutId xmlns:r="http://schemas.openxmlformats.org/officeDocument/2006/relationships" id="2147483655" r:id="R5771f1546dfc4ed6"/>
    <p:sldLayoutId xmlns:r="http://schemas.openxmlformats.org/officeDocument/2006/relationships" id="2147483656" r:id="R13d6a19ffb18445b"/>
    <p:sldLayoutId xmlns:r="http://schemas.openxmlformats.org/officeDocument/2006/relationships" id="2147483657" r:id="Rc49825cec76048c3"/>
    <p:sldLayoutId xmlns:r="http://schemas.openxmlformats.org/officeDocument/2006/relationships" id="2147483658" r:id="R43f3f56017314fa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6d8ad1053439e" /><Relationship Type="http://schemas.openxmlformats.org/officeDocument/2006/relationships/image" Target="/ppt/media/image.jpeg" Id="R0686dc2094c7453e" /><Relationship Type="http://schemas.openxmlformats.org/officeDocument/2006/relationships/image" Target="/ppt/media/image.png" Id="R9b26db0a0a174905" /><Relationship Type="http://schemas.openxmlformats.org/officeDocument/2006/relationships/notesSlide" Target="/ppt/notesSlides/notesSlide1.xml" Id="R33fe69d5623f44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67de572304b7b" /><Relationship Type="http://schemas.openxmlformats.org/officeDocument/2006/relationships/image" Target="/ppt/media/image2.png" Id="R312387bd76554eb8" /><Relationship Type="http://schemas.openxmlformats.org/officeDocument/2006/relationships/image" Target="/ppt/media/image3.png" Id="Rd6e6fe02529b4654" /><Relationship Type="http://schemas.openxmlformats.org/officeDocument/2006/relationships/image" Target="/ppt/media/image4.png" Id="Ra5ef246544284aae" /><Relationship Type="http://schemas.openxmlformats.org/officeDocument/2006/relationships/notesSlide" Target="/ppt/notesSlides/notesSlide2.xml" Id="Ra750a169a49949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648f0920d4f11" /><Relationship Type="http://schemas.openxmlformats.org/officeDocument/2006/relationships/image" Target="/ppt/media/image3.png" Id="R5f1dbed16f1a4bb4" /><Relationship Type="http://schemas.openxmlformats.org/officeDocument/2006/relationships/notesSlide" Target="/ppt/notesSlides/notesSlide3.xml" Id="Re8516187bd6940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41c899dcc434c" /><Relationship Type="http://schemas.openxmlformats.org/officeDocument/2006/relationships/image" Target="/ppt/media/image.png" Id="R4cb8a609f9a64c92" /><Relationship Type="http://schemas.openxmlformats.org/officeDocument/2006/relationships/notesSlide" Target="/ppt/notesSlides/notesSlide4.xml" Id="Rc1efb895f7bb49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36db302584241" /><Relationship Type="http://schemas.openxmlformats.org/officeDocument/2006/relationships/image" Target="/ppt/media/image5.png" Id="Rffe3c722c47242e8" /><Relationship Type="http://schemas.openxmlformats.org/officeDocument/2006/relationships/notesSlide" Target="/ppt/notesSlides/notesSlide5.xml" Id="R14758968520346f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6dc2094c7453e"/>
          <a:srcRect xmlns:a="http://schemas.openxmlformats.org/drawingml/2006/main" l="0" t="0" r="723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397000"/>
            <a:ext cx="3367956" cy="4064000"/>
          </a:xfrm>
          <a:prstGeom xmlns:a="http://schemas.openxmlformats.org/drawingml/2006/main" prst="rect">
            <a:avLst/>
          </a:prstGeom>
        </p:spPr>
      </p:pic>
      <p:pic>
        <p:nvPicPr>
          <p:cNvPr id="4" name="Matching SPACE wordm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6db0a0a174905"/>
          <a:srcRect xmlns:a="http://schemas.openxmlformats.org/drawingml/2006/main" l="18576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2317509"/>
            <a:ext cx="8858250" cy="22229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5281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2387bd76554eb8"/>
          <a:stretch xmlns:a="http://schemas.openxmlformats.org/drawingml/2006/main"/>
        </p:blipFill>
        <p:spPr>
          <a:xfrm xmlns:a="http://schemas.openxmlformats.org/drawingml/2006/main">
            <a:off x="196850" y="2047875"/>
            <a:ext cx="3606800" cy="2705100"/>
          </a:xfrm>
          <a:prstGeom xmlns:a="http://schemas.openxmlformats.org/drawingml/2006/main" prst="rect">
            <a:avLst/>
          </a:prstGeom>
        </p:spPr>
      </p:pic>
      <p:pic>
        <p:nvPicPr>
          <p:cNvPr id="5" name="SPACE wordm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6fe02529b4654"/>
          <a:srcRect xmlns:a="http://schemas.openxmlformats.org/drawingml/2006/main" l="24286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57625" y="2391134"/>
            <a:ext cx="8334375" cy="2075731"/>
          </a:xfrm>
          <a:prstGeom xmlns:a="http://schemas.openxmlformats.org/drawingml/2006/main" prst="rect">
            <a:avLst/>
          </a:prstGeom>
        </p:spPr>
      </p:pic>
      <p:pic>
        <p:nvPicPr>
          <p:cNvPr id="6" name="Corrected C mechanical arm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f246544284aae"/>
          <a:srcRect xmlns:a="http://schemas.openxmlformats.org/drawingml/2006/main" l="75414" t="47514" r="16621" b="407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87259" y="3340939"/>
            <a:ext cx="880613" cy="43401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5425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dbed16f1a4b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569845"/>
            <a:ext cx="12192000" cy="2298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3301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8a609f9a64c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349500"/>
            <a:ext cx="12192000" cy="24911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620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3c722c47242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063750"/>
            <a:ext cx="12192000" cy="24149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962346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2026-09-26T10:39:36.4060000Z</dcterms:created>
  <dcterms:modified xsi:type="dcterms:W3CDTF">2026-09-26T10:39:36.4060000Z</dcterms:modified>
</coreProperties>
</file>