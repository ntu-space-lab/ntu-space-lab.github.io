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02b4d2f18c4478" /><Relationship Type="http://schemas.openxmlformats.org/officeDocument/2006/relationships/extended-properties" Target="/docProps/app.xml" Id="Raaebf9eaf5fb452b" /><Relationship Type="http://schemas.openxmlformats.org/officeDocument/2006/relationships/officeDocument" Target="/ppt/presentation.xml" Id="Rbe07b7094db2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f51eb85af4818"/>
  </p:sldMasterIdLst>
  <p:notesMasterIdLst>
    <p:notesMasterId xmlns:r="http://schemas.openxmlformats.org/officeDocument/2006/relationships" r:id="Rff7c344cdb054d2d"/>
  </p:notesMasterIdLst>
  <p:sldIdLst>
    <p:sldId xmlns:r="http://schemas.openxmlformats.org/officeDocument/2006/relationships" id="256" r:id="R4a7950ccb2434aab"/>
    <p:sldId xmlns:r="http://schemas.openxmlformats.org/officeDocument/2006/relationships" id="257" r:id="R7974e86053d4471d"/>
    <p:sldId xmlns:r="http://schemas.openxmlformats.org/officeDocument/2006/relationships" id="258" r:id="R756d6edc7cdd406f"/>
    <p:sldId xmlns:r="http://schemas.openxmlformats.org/officeDocument/2006/relationships" id="259" r:id="R5be1359b4f434672"/>
    <p:sldId xmlns:r="http://schemas.openxmlformats.org/officeDocument/2006/relationships" id="260" r:id="R12f69651b59440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76e99c72b64a75" /><Relationship Type="http://schemas.openxmlformats.org/officeDocument/2006/relationships/slideMaster" Target="/ppt/slideMasters/slideMaster1.xml" Id="R15bf51eb85af4818" /><Relationship Type="http://schemas.openxmlformats.org/officeDocument/2006/relationships/notesMaster" Target="/ppt/notesMasters/notesMaster1.xml" Id="Rff7c344cdb054d2d" /><Relationship Type="http://schemas.openxmlformats.org/officeDocument/2006/relationships/presProps" Target="/ppt/presProps.xml" Id="R24496f889e6f4238" /><Relationship Type="http://schemas.openxmlformats.org/officeDocument/2006/relationships/viewProps" Target="/ppt/viewProps.xml" Id="Rd6c1e8fdddeb4ed0" /><Relationship Type="http://schemas.openxmlformats.org/officeDocument/2006/relationships/tableStyles" Target="/ppt/tableStyles.xml" Id="Rf34420614ac842f2" /><Relationship Type="http://schemas.openxmlformats.org/officeDocument/2006/relationships/slide" Target="/ppt/slides/slide1.xml" Id="R4a7950ccb2434aab" /><Relationship Type="http://schemas.openxmlformats.org/officeDocument/2006/relationships/slide" Target="/ppt/slides/slide2.xml" Id="R7974e86053d4471d" /><Relationship Type="http://schemas.openxmlformats.org/officeDocument/2006/relationships/slide" Target="/ppt/slides/slide3.xml" Id="R756d6edc7cdd406f" /><Relationship Type="http://schemas.openxmlformats.org/officeDocument/2006/relationships/slide" Target="/ppt/slides/slide4.xml" Id="R5be1359b4f434672" /><Relationship Type="http://schemas.openxmlformats.org/officeDocument/2006/relationships/slide" Target="/ppt/slides/slide5.xml" Id="R12f69651b59440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439bcc42f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c206249e9f4d11" /><Relationship Type="http://schemas.openxmlformats.org/officeDocument/2006/relationships/notesMaster" Target="/ppt/notesMasters/notesMaster1.xml" Id="Rca78f021da7d47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ec92a768614e6c" /><Relationship Type="http://schemas.openxmlformats.org/officeDocument/2006/relationships/notesMaster" Target="/ppt/notesMasters/notesMaster1.xml" Id="R284b1ab42c2b44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8422e307644df3" /><Relationship Type="http://schemas.openxmlformats.org/officeDocument/2006/relationships/notesMaster" Target="/ppt/notesMasters/notesMaster1.xml" Id="R82de5b9e50184e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b414bcf2694f38" /><Relationship Type="http://schemas.openxmlformats.org/officeDocument/2006/relationships/notesMaster" Target="/ppt/notesMasters/notesMaster1.xml" Id="R2a3e51a436394b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744c9c11c4a57" /><Relationship Type="http://schemas.openxmlformats.org/officeDocument/2006/relationships/notesMaster" Target="/ppt/notesMasters/notesMaster1.xml" Id="R4a5c55a9abc5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00035b0454d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6235dcf4148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643fd678a46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bab2c367f43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7ac13aa1f43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d80f545f34e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c36a3f60c4a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033de7ecc4b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58d96edb84c5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5e7f913ad4dd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4B4B967-80FA-40B1-BE1D-DE91BDF80BC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/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2C7A63-3B63-44EC-B33F-A2135077CA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24B318-EBDC-4313-A852-34C3421217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564EDE-B2BC-477F-B47D-51A2A8DB13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B88FE81-788F-41DE-92BE-ED8B21783B6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76C4B5-3EEE-4D3C-B139-FC3888122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1C94516-77C3-4ADC-82E4-8293CB4FC2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CD3A835-0BEE-4B5D-A58C-7A9B5F8B66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3F5C912-C3CA-4790-A212-0CC0E26F0B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1115BD-DFF8-41C7-9EC2-858E3EB7BC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BEA73F-60EE-480B-93D0-825F57CCB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9" y="469127"/>
            <a:ext cx="10307927" cy="409334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307AF1A-6E71-4782-A30C-6C070A23FD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10307926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E646C91-5503-4837-850A-6B9852FBA6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B7506E4-70B9-4790-80D9-E1DF40AEC5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D04585-F35D-48D5-A653-4AB68B9982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912CCE-AE5C-4231-8A30-90E17CF71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0" i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57AFAAF-C989-4F2A-977E-A86F31A181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FF89AF9-CCC5-49D8-AD7B-14FC1CD80C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F9E2908-CA1E-46AF-A80C-6AE240AD4B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4CD904E-339A-4BCD-9572-CEBE9CFCB7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8FFAAA5-D09B-4E5B-90E5-48FA3E834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F046FA-6FBD-4DC3-AC85-46BB1B91A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B76BF98-FE1F-4221-AA6C-84A067649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2DB8C25-328A-4B99-A777-9EAF64A8C2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D7921C6-194A-40E1-B735-8FFFCE25A90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F3B736F-6867-45A1-B159-A75916285E8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A221ED7-2B19-4218-9FF0-20B21E74C1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AE74B1C-CF06-443D-A3AF-2D5BBC8A55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9D6A24F-32D7-4D58-8934-E19EDC7B5E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EBAFD2-CF15-4E9D-BB85-D4260AA71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D914508-25F7-408B-ADED-2E0C60A81A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0017CE-4F10-4F79-B3B2-A26A15395F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E563354-9962-49DB-BC1F-6F9CBD741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B9F1C69-EBEB-4C15-AC4A-EC769F8A5D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3800C4B-FC25-4E85-B421-95E851BE0C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DA87367-1ED4-4B62-9803-7EF876BE49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A5CF14-459B-4709-AB47-03470107AC2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991C644-784C-46D1-9000-88508E0431F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93309D0-C525-4017-B327-94CB8B7C7F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971668B-12F7-490E-933A-6B3B7A86B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3519D66-E0E0-4006-BB34-4EF07C139E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0920D56-12DD-4D23-AE1E-40FDB88E8D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9213412-E7B1-496A-B3E8-32693900C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859264D-0D57-4371-8F77-E4317DAEA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72C43B-CE96-4D08-83C4-008E723310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5EFFAA-F4FE-4960-A441-91CCC318CE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DC1054-1C68-445F-B1AB-F72B3941CA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E03AED1-1DE0-4287-9A58-0D5E293A2A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B796E87-9752-473B-B120-9AEEBE4934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2AB1869-78E2-4A88-98B5-8E90DCBBDF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7FADFFA-4A31-4414-A416-7A1AD430909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f3650bac1460f" /><Relationship Type="http://schemas.openxmlformats.org/officeDocument/2006/relationships/slideLayout" Target="/ppt/slideLayouts/slideLayout1.xml" Id="R7bce501251574151" /><Relationship Type="http://schemas.openxmlformats.org/officeDocument/2006/relationships/slideLayout" Target="/ppt/slideLayouts/slideLayout2.xml" Id="Rb62977a3eccc4698" /><Relationship Type="http://schemas.openxmlformats.org/officeDocument/2006/relationships/slideLayout" Target="/ppt/slideLayouts/slideLayout3.xml" Id="Rbef98b2e23e64d7d" /><Relationship Type="http://schemas.openxmlformats.org/officeDocument/2006/relationships/slideLayout" Target="/ppt/slideLayouts/slideLayout4.xml" Id="R32d78be4e92f47ea" /><Relationship Type="http://schemas.openxmlformats.org/officeDocument/2006/relationships/slideLayout" Target="/ppt/slideLayouts/slideLayout5.xml" Id="Rd30755aaea84417e" /><Relationship Type="http://schemas.openxmlformats.org/officeDocument/2006/relationships/slideLayout" Target="/ppt/slideLayouts/slideLayout6.xml" Id="R03686b35f104465f" /><Relationship Type="http://schemas.openxmlformats.org/officeDocument/2006/relationships/slideLayout" Target="/ppt/slideLayouts/slideLayout7.xml" Id="Rfeb1ebe24970452a" /><Relationship Type="http://schemas.openxmlformats.org/officeDocument/2006/relationships/slideLayout" Target="/ppt/slideLayouts/slideLayout8.xml" Id="Rc541083208cb45c6" /><Relationship Type="http://schemas.openxmlformats.org/officeDocument/2006/relationships/slideLayout" Target="/ppt/slideLayouts/slideLayout9.xml" Id="R28f5019e15e6448f" /><Relationship Type="http://schemas.openxmlformats.org/officeDocument/2006/relationships/slideLayout" Target="/ppt/slideLayouts/slideLayout10.xml" Id="Rca9b0a0b1ded445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9CF9E1-C973-4E53-BEE1-6F6BDC8DB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6CCA55F-62AF-4201-82DC-2493AC99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8C4DCD-8D19-43B1-8E2C-FC1309792AC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A52C381-713B-4F47-AF53-2C762BD2384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D169447-C1D2-49D5-A632-83CADFB0E9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e501251574151"/>
    <p:sldLayoutId xmlns:r="http://schemas.openxmlformats.org/officeDocument/2006/relationships" id="2147483650" r:id="Rb62977a3eccc4698"/>
    <p:sldLayoutId xmlns:r="http://schemas.openxmlformats.org/officeDocument/2006/relationships" id="2147483651" r:id="Rbef98b2e23e64d7d"/>
    <p:sldLayoutId xmlns:r="http://schemas.openxmlformats.org/officeDocument/2006/relationships" id="2147483652" r:id="R32d78be4e92f47ea"/>
    <p:sldLayoutId xmlns:r="http://schemas.openxmlformats.org/officeDocument/2006/relationships" id="2147483653" r:id="Rd30755aaea84417e"/>
    <p:sldLayoutId xmlns:r="http://schemas.openxmlformats.org/officeDocument/2006/relationships" id="2147483654" r:id="R03686b35f104465f"/>
    <p:sldLayoutId xmlns:r="http://schemas.openxmlformats.org/officeDocument/2006/relationships" id="2147483655" r:id="Rfeb1ebe24970452a"/>
    <p:sldLayoutId xmlns:r="http://schemas.openxmlformats.org/officeDocument/2006/relationships" id="2147483656" r:id="Rc541083208cb45c6"/>
    <p:sldLayoutId xmlns:r="http://schemas.openxmlformats.org/officeDocument/2006/relationships" id="2147483657" r:id="R28f5019e15e6448f"/>
    <p:sldLayoutId xmlns:r="http://schemas.openxmlformats.org/officeDocument/2006/relationships" id="2147483658" r:id="Rca9b0a0b1ded445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5b32efbe742ee" /><Relationship Type="http://schemas.openxmlformats.org/officeDocument/2006/relationships/image" Target="/ppt/media/image.jpeg" Id="Rd42b6407b4074305" /><Relationship Type="http://schemas.openxmlformats.org/officeDocument/2006/relationships/image" Target="/ppt/media/image.png" Id="R0ddbc3da47004ded" /><Relationship Type="http://schemas.openxmlformats.org/officeDocument/2006/relationships/notesSlide" Target="/ppt/notesSlides/notesSlide1.xml" Id="Rcbcba4d995a646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7e9b8b67b423e" /><Relationship Type="http://schemas.openxmlformats.org/officeDocument/2006/relationships/image" Target="/ppt/media/image2.png" Id="Rb4c12a1af07d4b16" /><Relationship Type="http://schemas.openxmlformats.org/officeDocument/2006/relationships/image" Target="/ppt/media/image3.png" Id="Rf07553da62fe4488" /><Relationship Type="http://schemas.openxmlformats.org/officeDocument/2006/relationships/image" Target="/ppt/media/image4.png" Id="R9be6b7d383c04590" /><Relationship Type="http://schemas.openxmlformats.org/officeDocument/2006/relationships/notesSlide" Target="/ppt/notesSlides/notesSlide2.xml" Id="Rb4a9cdb2ef84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ded0ec7bc40aa" /><Relationship Type="http://schemas.openxmlformats.org/officeDocument/2006/relationships/image" Target="/ppt/media/image3.png" Id="Re3f385b2e4d74bff" /><Relationship Type="http://schemas.openxmlformats.org/officeDocument/2006/relationships/notesSlide" Target="/ppt/notesSlides/notesSlide3.xml" Id="R3b5c0f9b29da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1edbf6f6b4d0b" /><Relationship Type="http://schemas.openxmlformats.org/officeDocument/2006/relationships/image" Target="/ppt/media/image.png" Id="R9d9c9faef1284c63" /><Relationship Type="http://schemas.openxmlformats.org/officeDocument/2006/relationships/notesSlide" Target="/ppt/notesSlides/notesSlide4.xml" Id="Rf7f21643b09240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300c017904a0b" /><Relationship Type="http://schemas.openxmlformats.org/officeDocument/2006/relationships/image" Target="/ppt/media/image5.png" Id="R7c7c3fb329ed456d" /><Relationship Type="http://schemas.openxmlformats.org/officeDocument/2006/relationships/notesSlide" Target="/ppt/notesSlides/notesSlide5.xml" Id="R1343e829af3b47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b6407b4074305"/>
          <a:srcRect xmlns:a="http://schemas.openxmlformats.org/drawingml/2006/main" l="0" t="0" r="72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7000"/>
            <a:ext cx="3367956" cy="4064000"/>
          </a:xfrm>
          <a:prstGeom xmlns:a="http://schemas.openxmlformats.org/drawingml/2006/main" prst="rect">
            <a:avLst/>
          </a:prstGeom>
        </p:spPr>
      </p:pic>
      <p:pic>
        <p:nvPicPr>
          <p:cNvPr id="4" name="Matching 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bc3da47004ded"/>
          <a:srcRect xmlns:a="http://schemas.openxmlformats.org/drawingml/2006/main" l="1857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317509"/>
            <a:ext cx="8858250" cy="2222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73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12a1af07d4b16"/>
          <a:stretch xmlns:a="http://schemas.openxmlformats.org/drawingml/2006/main"/>
        </p:blipFill>
        <p:spPr>
          <a:xfrm xmlns:a="http://schemas.openxmlformats.org/drawingml/2006/main">
            <a:off x="95250" y="2698645"/>
            <a:ext cx="3810000" cy="1411180"/>
          </a:xfrm>
          <a:prstGeom xmlns:a="http://schemas.openxmlformats.org/drawingml/2006/main" prst="rect">
            <a:avLst/>
          </a:prstGeom>
        </p:spPr>
      </p:pic>
      <p:pic>
        <p:nvPicPr>
          <p:cNvPr id="5" name="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553da62fe4488"/>
          <a:srcRect xmlns:a="http://schemas.openxmlformats.org/drawingml/2006/main" l="2428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391134"/>
            <a:ext cx="8334375" cy="2075731"/>
          </a:xfrm>
          <a:prstGeom xmlns:a="http://schemas.openxmlformats.org/drawingml/2006/main" prst="rect">
            <a:avLst/>
          </a:prstGeom>
        </p:spPr>
      </p:pic>
      <p:pic>
        <p:nvPicPr>
          <p:cNvPr id="6" name="Corrected C mechanical ar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6b7d383c04590"/>
          <a:srcRect xmlns:a="http://schemas.openxmlformats.org/drawingml/2006/main" l="75414" t="47514" r="16621" b="40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259" y="3340939"/>
            <a:ext cx="880613" cy="4340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711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385b2e4d74b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569845"/>
            <a:ext cx="12192000" cy="229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2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c9faef128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49500"/>
            <a:ext cx="12192000" cy="2491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992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c3fb329ed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63750"/>
            <a:ext cx="12192000" cy="24149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19438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2026-09-26T15:48:40.1200000Z</dcterms:created>
  <dcterms:modified xsi:type="dcterms:W3CDTF">2026-09-26T15:48:40.1200000Z</dcterms:modified>
</coreProperties>
</file>