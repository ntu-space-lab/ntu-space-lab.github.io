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d4376902424181" /><Relationship Type="http://schemas.openxmlformats.org/officeDocument/2006/relationships/extended-properties" Target="/docProps/app.xml" Id="Re33481a83f584cc2" /><Relationship Type="http://schemas.openxmlformats.org/officeDocument/2006/relationships/officeDocument" Target="/ppt/presentation.xml" Id="R821a9c3f83e846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c0ad1787dd4288"/>
  </p:sldMasterIdLst>
  <p:notesMasterIdLst>
    <p:notesMasterId xmlns:r="http://schemas.openxmlformats.org/officeDocument/2006/relationships" r:id="R9202f8a19ef249ec"/>
  </p:notesMasterIdLst>
  <p:sldIdLst>
    <p:sldId xmlns:r="http://schemas.openxmlformats.org/officeDocument/2006/relationships" id="256" r:id="Radea888ea3a24e6b"/>
    <p:sldId xmlns:r="http://schemas.openxmlformats.org/officeDocument/2006/relationships" id="257" r:id="R4d2985c597904cf6"/>
    <p:sldId xmlns:r="http://schemas.openxmlformats.org/officeDocument/2006/relationships" id="258" r:id="R117521448ced432a"/>
    <p:sldId xmlns:r="http://schemas.openxmlformats.org/officeDocument/2006/relationships" id="259" r:id="Rbcdb8e10ede94d7d"/>
    <p:sldId xmlns:r="http://schemas.openxmlformats.org/officeDocument/2006/relationships" id="260" r:id="R22dad594c7d34e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0" cy="720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632853c8f24190" /><Relationship Type="http://schemas.openxmlformats.org/officeDocument/2006/relationships/slideMaster" Target="/ppt/slideMasters/slideMaster1.xml" Id="Rdac0ad1787dd4288" /><Relationship Type="http://schemas.openxmlformats.org/officeDocument/2006/relationships/notesMaster" Target="/ppt/notesMasters/notesMaster1.xml" Id="R9202f8a19ef249ec" /><Relationship Type="http://schemas.openxmlformats.org/officeDocument/2006/relationships/presProps" Target="/ppt/presProps.xml" Id="Rcc296a16857a442a" /><Relationship Type="http://schemas.openxmlformats.org/officeDocument/2006/relationships/viewProps" Target="/ppt/viewProps.xml" Id="R5d9f8fcbe2794ca5" /><Relationship Type="http://schemas.openxmlformats.org/officeDocument/2006/relationships/tableStyles" Target="/ppt/tableStyles.xml" Id="R5aa454eadcbf4abc" /><Relationship Type="http://schemas.openxmlformats.org/officeDocument/2006/relationships/slide" Target="/ppt/slides/slide1.xml" Id="Radea888ea3a24e6b" /><Relationship Type="http://schemas.openxmlformats.org/officeDocument/2006/relationships/slide" Target="/ppt/slides/slide2.xml" Id="R4d2985c597904cf6" /><Relationship Type="http://schemas.openxmlformats.org/officeDocument/2006/relationships/slide" Target="/ppt/slides/slide3.xml" Id="R117521448ced432a" /><Relationship Type="http://schemas.openxmlformats.org/officeDocument/2006/relationships/slide" Target="/ppt/slides/slide4.xml" Id="Rbcdb8e10ede94d7d" /><Relationship Type="http://schemas.openxmlformats.org/officeDocument/2006/relationships/slide" Target="/ppt/slides/slide5.xml" Id="R22dad594c7d34e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9b63f6aaaa44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832027ed0f49c8" /><Relationship Type="http://schemas.openxmlformats.org/officeDocument/2006/relationships/notesMaster" Target="/ppt/notesMasters/notesMaster1.xml" Id="Rfe663052796f41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95f19dd89c4d26" /><Relationship Type="http://schemas.openxmlformats.org/officeDocument/2006/relationships/notesMaster" Target="/ppt/notesMasters/notesMaster1.xml" Id="R00f44499810448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82042f72b44bbb" /><Relationship Type="http://schemas.openxmlformats.org/officeDocument/2006/relationships/notesMaster" Target="/ppt/notesMasters/notesMaster1.xml" Id="R8b8ea937878849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8c582824f646af" /><Relationship Type="http://schemas.openxmlformats.org/officeDocument/2006/relationships/notesMaster" Target="/ppt/notesMasters/notesMaster1.xml" Id="R3c4355d54d6c46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0435f62ef440a7" /><Relationship Type="http://schemas.openxmlformats.org/officeDocument/2006/relationships/notesMaster" Target="/ppt/notesMasters/notesMaster1.xml" Id="R14e400d9921747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54f9a0b59e465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abe64c2457418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9f32016f66483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3bfcccfcce4c1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2e8c60473440e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656135e471468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82de78ca024c8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53675cab674a6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1a28f2b907476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15af53b5cf4925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ADD0DAA-2C3B-4DF0-BE08-EEB2190269B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lnSpc>
                <a:spcPct val="130000"/>
              </a:lnSpc>
              <a:buNone/>
              <a:defRPr sz="6000"/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035E63C-D403-4734-B922-8032B08853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DECE669-9BC9-4E8B-9C14-84D7C07BA7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E66C087-F797-4711-BC63-0942B6A3A9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1319F750-8C91-4ABE-829D-143898490F1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A43B3C5-14C0-4EEF-85A6-CE8BC4DE47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4400" b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C0D736C-0709-4281-87AA-C11A12EC1F2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F3EE85E-9192-4EE9-A56A-A93EF6382F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00472A7-7420-4BD2-8232-B678581970B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C1701C8-52F2-446A-9C2F-249EA31734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5AC3A37-1B3B-4346-B9CF-0F9356FE0E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49" y="469127"/>
            <a:ext cx="10307927" cy="409334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6434C81-C892-417F-802F-07FD57B4A1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10307926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366F6DA-35DC-4AE1-BD58-80296B2D2F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AA3AD7D-0707-4215-AC2D-7D7D850ED8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E85B13-B5A2-44AB-BE7C-CD1B709E67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F772D35-BB2F-4D70-8456-8B434CE9E9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4400" b="0" i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FBCD69D-0BC2-484C-8068-ECBE10A12F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90000"/>
              </a:lnSpc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563437B-60BA-4EB3-82D8-2B94AECCF10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90000"/>
              </a:lnSpc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ECF0A0F-C7BA-477E-AAEA-4EB691ABE8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B79AAAB-1B4A-43D1-AACC-F83AE01BA5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EC9D956-D4AA-410F-BEFE-99DA6E2AA3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0D45E19-F311-4220-B132-B400D45262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FAD6862-552C-4793-BC96-E3A7228C91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E4F49FA-6B94-4395-8EDF-C57217E7235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C7A8E816-B8A7-4DD4-841C-1D866BDB3DB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D58EA3C-4BAE-48CE-9266-721EF172D49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222C3562-2960-44A6-8FE6-120EB634A3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DDCCC5CE-C73B-44E8-8DBB-B56F4792E7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C58BA8BA-599B-442C-928D-AACD9C4329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24E10A7-8EC9-41ED-8358-C1706EC591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400" b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CF22575-C0F5-4AB7-8578-FDD4EDE487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22402D8-2B4B-4EEB-9330-599DEA6395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6783FE6-41F6-4180-A9C8-90F733268B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2175266A-DCC0-43EC-A942-BDB5D82200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3F7C859-BF11-4EA9-9FCE-D00E1163DA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43F50421-8324-4A08-85D0-60CAC167E4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BCB6562-B3AF-485B-B38A-ED9F8318A6B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3200" b="0"/>
            </a:lvl1pPr>
          </a:lstStyle>
          <a:p xmlns:a="http://schemas.openxmlformats.org/drawingml/2006/main">
            <a:r>
              <a:t>单击此处编辑标题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DDB81733-B16E-45BB-920F-16C59CF57A9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07696A0-FEB2-4697-81C1-79172B209A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5FA8471-4C74-4174-9670-BD561A6740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39DAB855-B473-4138-9968-C95A329B3D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41361D9-9B01-4D97-957F-F804FA55AB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26A3AF67-59A4-4468-AAC1-75FAAAA08B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44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E5262A4-7ADF-45F0-8209-A130C3BB4D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E5FC60E-DC04-4E02-A5B8-EA909B8F26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B4824EB-AB7D-4A87-B097-C9374A1DFB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60A2011-61FA-4F24-B4F3-9D54E7DF17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ABEEC26B-24B7-4E6D-82FD-4600917331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A1156C1-8990-4006-BBBF-6D1151FFE3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11FD518-CAA7-47B2-8CCC-8F4BCDF5A3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33B63A18-3E18-4B09-8FC2-2F28568EA43E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fdcccf1c9641e8" /><Relationship Type="http://schemas.openxmlformats.org/officeDocument/2006/relationships/slideLayout" Target="/ppt/slideLayouts/slideLayout1.xml" Id="R9e232f9fdb534d94" /><Relationship Type="http://schemas.openxmlformats.org/officeDocument/2006/relationships/slideLayout" Target="/ppt/slideLayouts/slideLayout2.xml" Id="R1eb4b4fcf3fb4bdd" /><Relationship Type="http://schemas.openxmlformats.org/officeDocument/2006/relationships/slideLayout" Target="/ppt/slideLayouts/slideLayout3.xml" Id="Re8c2aad2ee0e4d98" /><Relationship Type="http://schemas.openxmlformats.org/officeDocument/2006/relationships/slideLayout" Target="/ppt/slideLayouts/slideLayout4.xml" Id="R8f99ff3d64974cf2" /><Relationship Type="http://schemas.openxmlformats.org/officeDocument/2006/relationships/slideLayout" Target="/ppt/slideLayouts/slideLayout5.xml" Id="Rc1ee89adaf544f3e" /><Relationship Type="http://schemas.openxmlformats.org/officeDocument/2006/relationships/slideLayout" Target="/ppt/slideLayouts/slideLayout6.xml" Id="R3feee2ec66aa4653" /><Relationship Type="http://schemas.openxmlformats.org/officeDocument/2006/relationships/slideLayout" Target="/ppt/slideLayouts/slideLayout7.xml" Id="R36a40baf3ad44cc4" /><Relationship Type="http://schemas.openxmlformats.org/officeDocument/2006/relationships/slideLayout" Target="/ppt/slideLayouts/slideLayout8.xml" Id="R3623dc4c19c847c0" /><Relationship Type="http://schemas.openxmlformats.org/officeDocument/2006/relationships/slideLayout" Target="/ppt/slideLayouts/slideLayout9.xml" Id="R06bd64ec046147db" /><Relationship Type="http://schemas.openxmlformats.org/officeDocument/2006/relationships/slideLayout" Target="/ppt/slideLayouts/slideLayout10.xml" Id="Rd9a44e584ad5494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1D68FD9-64F1-4607-8521-9BC9DE3F46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DF43388-AFA3-4F68-95A3-F7338958ED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94009A8-BE95-42B3-95BF-37F860D504F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A36846B-E83E-45E4-9B12-683D9A08100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281EC5C-D57E-4176-9FDE-EC75DD18565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232f9fdb534d94"/>
    <p:sldLayoutId xmlns:r="http://schemas.openxmlformats.org/officeDocument/2006/relationships" id="2147483650" r:id="R1eb4b4fcf3fb4bdd"/>
    <p:sldLayoutId xmlns:r="http://schemas.openxmlformats.org/officeDocument/2006/relationships" id="2147483651" r:id="Re8c2aad2ee0e4d98"/>
    <p:sldLayoutId xmlns:r="http://schemas.openxmlformats.org/officeDocument/2006/relationships" id="2147483652" r:id="R8f99ff3d64974cf2"/>
    <p:sldLayoutId xmlns:r="http://schemas.openxmlformats.org/officeDocument/2006/relationships" id="2147483653" r:id="Rc1ee89adaf544f3e"/>
    <p:sldLayoutId xmlns:r="http://schemas.openxmlformats.org/officeDocument/2006/relationships" id="2147483654" r:id="R3feee2ec66aa4653"/>
    <p:sldLayoutId xmlns:r="http://schemas.openxmlformats.org/officeDocument/2006/relationships" id="2147483655" r:id="R36a40baf3ad44cc4"/>
    <p:sldLayoutId xmlns:r="http://schemas.openxmlformats.org/officeDocument/2006/relationships" id="2147483656" r:id="R3623dc4c19c847c0"/>
    <p:sldLayoutId xmlns:r="http://schemas.openxmlformats.org/officeDocument/2006/relationships" id="2147483657" r:id="R06bd64ec046147db"/>
    <p:sldLayoutId xmlns:r="http://schemas.openxmlformats.org/officeDocument/2006/relationships" id="2147483658" r:id="Rd9a44e584ad5494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7d16d790f4f50" /><Relationship Type="http://schemas.openxmlformats.org/officeDocument/2006/relationships/image" Target="/ppt/media/image.jpeg" Id="R21425fe240e14368" /><Relationship Type="http://schemas.openxmlformats.org/officeDocument/2006/relationships/image" Target="/ppt/media/image.png" Id="R5c7851e3fca84784" /><Relationship Type="http://schemas.openxmlformats.org/officeDocument/2006/relationships/notesSlide" Target="/ppt/notesSlides/notesSlide1.xml" Id="R15514df1dd344b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8a50abce343d7" /><Relationship Type="http://schemas.openxmlformats.org/officeDocument/2006/relationships/image" Target="/ppt/media/image2.png" Id="R5b99a34ff5764b94" /><Relationship Type="http://schemas.openxmlformats.org/officeDocument/2006/relationships/image" Target="/ppt/media/image3.png" Id="R3258801c7590435d" /><Relationship Type="http://schemas.openxmlformats.org/officeDocument/2006/relationships/image" Target="/ppt/media/image4.png" Id="R38a8f05838fa42da" /><Relationship Type="http://schemas.openxmlformats.org/officeDocument/2006/relationships/notesSlide" Target="/ppt/notesSlides/notesSlide2.xml" Id="R1b088970a5464f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65a1688844d2f" /><Relationship Type="http://schemas.openxmlformats.org/officeDocument/2006/relationships/image" Target="/ppt/media/image3.png" Id="Ra73b496a971e4578" /><Relationship Type="http://schemas.openxmlformats.org/officeDocument/2006/relationships/notesSlide" Target="/ppt/notesSlides/notesSlide3.xml" Id="Re1bf7585689b42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6bae56382450b" /><Relationship Type="http://schemas.openxmlformats.org/officeDocument/2006/relationships/image" Target="/ppt/media/image.png" Id="Re244c6542059420f" /><Relationship Type="http://schemas.openxmlformats.org/officeDocument/2006/relationships/notesSlide" Target="/ppt/notesSlides/notesSlide4.xml" Id="R53b1b4ed21554e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e9a40792e41e6" /><Relationship Type="http://schemas.openxmlformats.org/officeDocument/2006/relationships/image" Target="/ppt/media/image5.png" Id="R9a788e4bf98d40f6" /><Relationship Type="http://schemas.openxmlformats.org/officeDocument/2006/relationships/notesSlide" Target="/ppt/notesSlides/notesSlide5.xml" Id="R5a85bae4e11845d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425fe240e14368"/>
          <a:srcRect xmlns:a="http://schemas.openxmlformats.org/drawingml/2006/main" l="0" t="0" r="723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397000"/>
            <a:ext cx="3367956" cy="4064000"/>
          </a:xfrm>
          <a:prstGeom xmlns:a="http://schemas.openxmlformats.org/drawingml/2006/main" prst="rect">
            <a:avLst/>
          </a:prstGeom>
        </p:spPr>
      </p:pic>
      <p:pic>
        <p:nvPicPr>
          <p:cNvPr id="4" name="Matching SPACE wordmar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7851e3fca84784"/>
          <a:srcRect xmlns:a="http://schemas.openxmlformats.org/drawingml/2006/main" l="18576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2317509"/>
            <a:ext cx="8858250" cy="222298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1246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99a34ff5764b94"/>
          <a:stretch xmlns:a="http://schemas.openxmlformats.org/drawingml/2006/main"/>
        </p:blipFill>
        <p:spPr>
          <a:xfrm xmlns:a="http://schemas.openxmlformats.org/drawingml/2006/main">
            <a:off x="0" y="2482415"/>
            <a:ext cx="3952875" cy="1797921"/>
          </a:xfrm>
          <a:prstGeom xmlns:a="http://schemas.openxmlformats.org/drawingml/2006/main" prst="rect">
            <a:avLst/>
          </a:prstGeom>
        </p:spPr>
      </p:pic>
      <p:pic>
        <p:nvPicPr>
          <p:cNvPr id="5" name="SPACE wordmar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58801c7590435d"/>
          <a:srcRect xmlns:a="http://schemas.openxmlformats.org/drawingml/2006/main" l="24286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57625" y="2391134"/>
            <a:ext cx="8334375" cy="2075731"/>
          </a:xfrm>
          <a:prstGeom xmlns:a="http://schemas.openxmlformats.org/drawingml/2006/main" prst="rect">
            <a:avLst/>
          </a:prstGeom>
        </p:spPr>
      </p:pic>
      <p:pic>
        <p:nvPicPr>
          <p:cNvPr id="6" name="Corrected C mechanical arm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8f05838fa42da"/>
          <a:srcRect xmlns:a="http://schemas.openxmlformats.org/drawingml/2006/main" l="75414" t="47514" r="16621" b="407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87259" y="3340939"/>
            <a:ext cx="880613" cy="43401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5685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b496a971e45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569845"/>
            <a:ext cx="12192000" cy="2298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9026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4c654205942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349500"/>
            <a:ext cx="12192000" cy="249110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27180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88e4bf98d40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063750"/>
            <a:ext cx="12192000" cy="241490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794004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2026-09-26T10:42:08.9760000Z</dcterms:created>
  <dcterms:modified xsi:type="dcterms:W3CDTF">2026-09-26T10:42:08.9760000Z</dcterms:modified>
</coreProperties>
</file>