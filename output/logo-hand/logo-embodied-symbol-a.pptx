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6667633604a14" /><Relationship Type="http://schemas.openxmlformats.org/officeDocument/2006/relationships/extended-properties" Target="/docProps/app.xml" Id="R501240631e9a4126" /><Relationship Type="http://schemas.openxmlformats.org/officeDocument/2006/relationships/officeDocument" Target="/ppt/presentation.xml" Id="Rb3a9415f33f14c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6995fc3c5848e3"/>
  </p:sldMasterIdLst>
  <p:notesMasterIdLst>
    <p:notesMasterId xmlns:r="http://schemas.openxmlformats.org/officeDocument/2006/relationships" r:id="R02bbf3e1f3f443a5"/>
  </p:notesMasterIdLst>
  <p:sldIdLst>
    <p:sldId xmlns:r="http://schemas.openxmlformats.org/officeDocument/2006/relationships" id="256" r:id="Rb5680c14f44e4f7f"/>
    <p:sldId xmlns:r="http://schemas.openxmlformats.org/officeDocument/2006/relationships" id="257" r:id="R6afe9589e2dd432a"/>
    <p:sldId xmlns:r="http://schemas.openxmlformats.org/officeDocument/2006/relationships" id="258" r:id="R584a6a4a40d94c18"/>
    <p:sldId xmlns:r="http://schemas.openxmlformats.org/officeDocument/2006/relationships" id="259" r:id="R3f793db4b08d4a22"/>
    <p:sldId xmlns:r="http://schemas.openxmlformats.org/officeDocument/2006/relationships" id="260" r:id="Rbddc0aa978d341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82b06c7c644c8" /><Relationship Type="http://schemas.openxmlformats.org/officeDocument/2006/relationships/slideMaster" Target="/ppt/slideMasters/slideMaster1.xml" Id="R0a6995fc3c5848e3" /><Relationship Type="http://schemas.openxmlformats.org/officeDocument/2006/relationships/notesMaster" Target="/ppt/notesMasters/notesMaster1.xml" Id="R02bbf3e1f3f443a5" /><Relationship Type="http://schemas.openxmlformats.org/officeDocument/2006/relationships/presProps" Target="/ppt/presProps.xml" Id="R1341c63f9f294466" /><Relationship Type="http://schemas.openxmlformats.org/officeDocument/2006/relationships/viewProps" Target="/ppt/viewProps.xml" Id="Ra2df7b6e8c6b4402" /><Relationship Type="http://schemas.openxmlformats.org/officeDocument/2006/relationships/tableStyles" Target="/ppt/tableStyles.xml" Id="Red263b819d934523" /><Relationship Type="http://schemas.openxmlformats.org/officeDocument/2006/relationships/slide" Target="/ppt/slides/slide1.xml" Id="Rb5680c14f44e4f7f" /><Relationship Type="http://schemas.openxmlformats.org/officeDocument/2006/relationships/slide" Target="/ppt/slides/slide2.xml" Id="R6afe9589e2dd432a" /><Relationship Type="http://schemas.openxmlformats.org/officeDocument/2006/relationships/slide" Target="/ppt/slides/slide3.xml" Id="R584a6a4a40d94c18" /><Relationship Type="http://schemas.openxmlformats.org/officeDocument/2006/relationships/slide" Target="/ppt/slides/slide4.xml" Id="R3f793db4b08d4a22" /><Relationship Type="http://schemas.openxmlformats.org/officeDocument/2006/relationships/slide" Target="/ppt/slides/slide5.xml" Id="Rbddc0aa978d341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55bc54c0d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e422420a1941f9" /><Relationship Type="http://schemas.openxmlformats.org/officeDocument/2006/relationships/notesMaster" Target="/ppt/notesMasters/notesMaster1.xml" Id="R7c2c48482a624a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e9d96c81854479" /><Relationship Type="http://schemas.openxmlformats.org/officeDocument/2006/relationships/notesMaster" Target="/ppt/notesMasters/notesMaster1.xml" Id="R40fd5cbb5fab41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32d12f31842b1" /><Relationship Type="http://schemas.openxmlformats.org/officeDocument/2006/relationships/notesMaster" Target="/ppt/notesMasters/notesMaster1.xml" Id="Rc11160f5bc554c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806b0f3d04c95" /><Relationship Type="http://schemas.openxmlformats.org/officeDocument/2006/relationships/notesMaster" Target="/ppt/notesMasters/notesMaster1.xml" Id="Rdec699b7a014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68e5705fcb40b6" /><Relationship Type="http://schemas.openxmlformats.org/officeDocument/2006/relationships/notesMaster" Target="/ppt/notesMasters/notesMaster1.xml" Id="R4a611a9fda88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aaa0d5e524a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4e5fd7faa43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de3e6ba0442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49c3d30a04d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94db1304647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ddeb119d54e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3caf2864b488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f4420af7148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cccad7a7f4d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49e801aa1489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F19346-CF8C-4162-85B1-49DA4DBDE9A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/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FCF80F-5A8B-4BBD-8F50-B918C9BE8F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F7AD49-1BE9-4FE5-962F-1DD34F4000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6B55CF-D29F-48A7-9937-8B847FA71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8AAB92A-C981-4A93-8511-B6BDA0DE3B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3D644D-E5C6-4193-A9FB-6434FB2F1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5C3D03B-0C3C-4DDF-B1F3-E8DBB181E9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7928985-305B-46BE-9C69-10D88EC143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69F6F9A-C702-4B13-8A4D-F54053A14A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D829730-A1DB-4949-A8CA-AA33FD392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D46F1E-3F46-4306-BE65-5EFD035642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49" y="469127"/>
            <a:ext cx="10307927" cy="409334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6040C37-0346-49FF-A0C9-2A9AB4AB8C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10307926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504A560-8657-4B2A-AA71-E24427B609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78A2F1-D41B-4215-B4F6-0C6706C475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64E6AD-2225-47C0-9C16-7A45EB3CB0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9BEFDB-DCBC-4188-938B-7F20F94ED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 b="0" i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FB7735B-7E90-4EC5-8DFB-49AA114E2F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EE0A07A-31F4-4929-A2F7-030E7BFDBA9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CACDDB0-B20D-4D87-AC73-E16E5545DE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36DD37D-193B-441F-A555-2288C3CA57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8D4E39E-C61E-4295-8257-12E0BF4690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240A5DC-C521-4D15-9496-37861A2BCC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A8635F-98A2-477F-81E6-D2DD1C14D8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E28D97F-8F28-471F-A7C6-3DAAE2A537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D25FC17-15A3-4BB5-9A12-45DCB7A7899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3FBE17-A931-474B-99A3-E5B930EECA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A34A4BA-EE56-4EF4-B8C3-D848A360A7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17F9773-3FB1-4FF6-8E75-C0D0622243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8C71038-246E-481D-826B-EE2F5D2DCA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5156076-007B-4820-A91C-516CE404B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4905315-4B28-4907-A7BB-FD690EDB80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70B7C60-3F53-48B2-97C6-F4CB6A48A7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7A453D3-2693-4C65-815F-1C576593E9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666D3AA-25A4-47B0-8C19-D9D45EF093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92A56C-8FC6-4919-8297-5D286D353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67B8C56-5F3B-4274-A92F-A7A9E59C4D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ED54F0-ADCB-4D9A-B012-5527EC89073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FF12C96-36BE-4AF2-B4D7-430E41BB18E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1A5175-4F71-4D25-90D0-19F72D9CE0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0F55EFF-81F7-4F7E-BFA4-87E08D0F3C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06AA83C-A7CE-4945-BDAF-37193E71C2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DF4817E-10C2-4CB6-8744-E42981DF26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733757F-6F2C-4726-8786-CB17B0B36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7171946-2208-46B8-B40A-640D0C124C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F3E434E-129A-4862-99C6-02EEF49D1D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F8AE120-FC77-432E-973F-C0CF6D5FC1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D2BF4A4-F910-4C69-8439-FD3EDEEAE5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DEBDDDE-22BB-4271-8AF0-C223CB47BF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096F28A-C785-447F-99B0-42954E23D2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4A42BFD-D2CD-499A-B046-1936AC73BF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6FA09EF3-BC62-45A9-BB22-2217FBA41B6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c25c22fab4695" /><Relationship Type="http://schemas.openxmlformats.org/officeDocument/2006/relationships/slideLayout" Target="/ppt/slideLayouts/slideLayout1.xml" Id="R4d41bffcc8dd4144" /><Relationship Type="http://schemas.openxmlformats.org/officeDocument/2006/relationships/slideLayout" Target="/ppt/slideLayouts/slideLayout2.xml" Id="R21bfd3d4183c4d34" /><Relationship Type="http://schemas.openxmlformats.org/officeDocument/2006/relationships/slideLayout" Target="/ppt/slideLayouts/slideLayout3.xml" Id="Ra3e4ead56f7942a6" /><Relationship Type="http://schemas.openxmlformats.org/officeDocument/2006/relationships/slideLayout" Target="/ppt/slideLayouts/slideLayout4.xml" Id="R0013579e852a463e" /><Relationship Type="http://schemas.openxmlformats.org/officeDocument/2006/relationships/slideLayout" Target="/ppt/slideLayouts/slideLayout5.xml" Id="R1bc11e8efaa24488" /><Relationship Type="http://schemas.openxmlformats.org/officeDocument/2006/relationships/slideLayout" Target="/ppt/slideLayouts/slideLayout6.xml" Id="R06f3f59337954968" /><Relationship Type="http://schemas.openxmlformats.org/officeDocument/2006/relationships/slideLayout" Target="/ppt/slideLayouts/slideLayout7.xml" Id="R9c796693d4c245ec" /><Relationship Type="http://schemas.openxmlformats.org/officeDocument/2006/relationships/slideLayout" Target="/ppt/slideLayouts/slideLayout8.xml" Id="R30fed524e4bb44e6" /><Relationship Type="http://schemas.openxmlformats.org/officeDocument/2006/relationships/slideLayout" Target="/ppt/slideLayouts/slideLayout9.xml" Id="Ra4cd8cc41c274b24" /><Relationship Type="http://schemas.openxmlformats.org/officeDocument/2006/relationships/slideLayout" Target="/ppt/slideLayouts/slideLayout10.xml" Id="R0dd3c02b6a734e8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A040AA5-75BD-4055-87DA-E2FB75B72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1B0D5B-2164-4A02-BF03-02B241F9E7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5F8A312-8490-4CB4-9E89-DEDCDB79825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A1DF65-BADB-4975-B1A5-5B290C53444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2F4140-D1E6-4839-8AFA-4EABD168426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1bffcc8dd4144"/>
    <p:sldLayoutId xmlns:r="http://schemas.openxmlformats.org/officeDocument/2006/relationships" id="2147483650" r:id="R21bfd3d4183c4d34"/>
    <p:sldLayoutId xmlns:r="http://schemas.openxmlformats.org/officeDocument/2006/relationships" id="2147483651" r:id="Ra3e4ead56f7942a6"/>
    <p:sldLayoutId xmlns:r="http://schemas.openxmlformats.org/officeDocument/2006/relationships" id="2147483652" r:id="R0013579e852a463e"/>
    <p:sldLayoutId xmlns:r="http://schemas.openxmlformats.org/officeDocument/2006/relationships" id="2147483653" r:id="R1bc11e8efaa24488"/>
    <p:sldLayoutId xmlns:r="http://schemas.openxmlformats.org/officeDocument/2006/relationships" id="2147483654" r:id="R06f3f59337954968"/>
    <p:sldLayoutId xmlns:r="http://schemas.openxmlformats.org/officeDocument/2006/relationships" id="2147483655" r:id="R9c796693d4c245ec"/>
    <p:sldLayoutId xmlns:r="http://schemas.openxmlformats.org/officeDocument/2006/relationships" id="2147483656" r:id="R30fed524e4bb44e6"/>
    <p:sldLayoutId xmlns:r="http://schemas.openxmlformats.org/officeDocument/2006/relationships" id="2147483657" r:id="Ra4cd8cc41c274b24"/>
    <p:sldLayoutId xmlns:r="http://schemas.openxmlformats.org/officeDocument/2006/relationships" id="2147483658" r:id="R0dd3c02b6a734e8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e86bf70e34a5b" /><Relationship Type="http://schemas.openxmlformats.org/officeDocument/2006/relationships/image" Target="/ppt/media/image.jpeg" Id="Rc214fb3c167a44f6" /><Relationship Type="http://schemas.openxmlformats.org/officeDocument/2006/relationships/image" Target="/ppt/media/image.png" Id="Ra77d85afcb094719" /><Relationship Type="http://schemas.openxmlformats.org/officeDocument/2006/relationships/notesSlide" Target="/ppt/notesSlides/notesSlide1.xml" Id="Rd1c9451bd33343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6df0428844a27" /><Relationship Type="http://schemas.openxmlformats.org/officeDocument/2006/relationships/image" Target="/ppt/media/image2.png" Id="Ra8a67a0965aa4079" /><Relationship Type="http://schemas.openxmlformats.org/officeDocument/2006/relationships/image" Target="/ppt/media/image3.png" Id="Rf9c61f8221e14347" /><Relationship Type="http://schemas.openxmlformats.org/officeDocument/2006/relationships/image" Target="/ppt/media/image4.png" Id="R0b2992c2023a4078" /><Relationship Type="http://schemas.openxmlformats.org/officeDocument/2006/relationships/notesSlide" Target="/ppt/notesSlides/notesSlide2.xml" Id="R024a05f9056144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75e6973a742a3" /><Relationship Type="http://schemas.openxmlformats.org/officeDocument/2006/relationships/image" Target="/ppt/media/image3.png" Id="Re671d05f40d04643" /><Relationship Type="http://schemas.openxmlformats.org/officeDocument/2006/relationships/notesSlide" Target="/ppt/notesSlides/notesSlide3.xml" Id="Rc1376f4613d042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abeac131841ae" /><Relationship Type="http://schemas.openxmlformats.org/officeDocument/2006/relationships/image" Target="/ppt/media/image.png" Id="Ref39b3f206044381" /><Relationship Type="http://schemas.openxmlformats.org/officeDocument/2006/relationships/notesSlide" Target="/ppt/notesSlides/notesSlide4.xml" Id="R8f41a5e0bdb843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e52d75d1f4ab6" /><Relationship Type="http://schemas.openxmlformats.org/officeDocument/2006/relationships/image" Target="/ppt/media/image5.png" Id="R9dc3ba064a854ed4" /><Relationship Type="http://schemas.openxmlformats.org/officeDocument/2006/relationships/notesSlide" Target="/ppt/notesSlides/notesSlide5.xml" Id="Rcc5e6ffb8c6443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4fb3c167a44f6"/>
          <a:srcRect xmlns:a="http://schemas.openxmlformats.org/drawingml/2006/main" l="0" t="0" r="72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7000"/>
            <a:ext cx="3367956" cy="4064000"/>
          </a:xfrm>
          <a:prstGeom xmlns:a="http://schemas.openxmlformats.org/drawingml/2006/main" prst="rect">
            <a:avLst/>
          </a:prstGeom>
        </p:spPr>
      </p:pic>
      <p:pic>
        <p:nvPicPr>
          <p:cNvPr id="4" name="Matching 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d85afcb094719"/>
          <a:srcRect xmlns:a="http://schemas.openxmlformats.org/drawingml/2006/main" l="1857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317509"/>
            <a:ext cx="8858250" cy="22229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1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67a0965aa4079"/>
          <a:stretch xmlns:a="http://schemas.openxmlformats.org/drawingml/2006/main"/>
        </p:blipFill>
        <p:spPr>
          <a:xfrm xmlns:a="http://schemas.openxmlformats.org/drawingml/2006/main">
            <a:off x="196850" y="2047875"/>
            <a:ext cx="3606800" cy="2705100"/>
          </a:xfrm>
          <a:prstGeom xmlns:a="http://schemas.openxmlformats.org/drawingml/2006/main" prst="rect">
            <a:avLst/>
          </a:prstGeom>
        </p:spPr>
      </p:pic>
      <p:pic>
        <p:nvPicPr>
          <p:cNvPr id="5" name="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1f8221e14347"/>
          <a:srcRect xmlns:a="http://schemas.openxmlformats.org/drawingml/2006/main" l="2428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2391134"/>
            <a:ext cx="8334375" cy="2075731"/>
          </a:xfrm>
          <a:prstGeom xmlns:a="http://schemas.openxmlformats.org/drawingml/2006/main" prst="rect">
            <a:avLst/>
          </a:prstGeom>
        </p:spPr>
      </p:pic>
      <p:pic>
        <p:nvPicPr>
          <p:cNvPr id="6" name="Corrected C mechanical ar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992c2023a4078"/>
          <a:srcRect xmlns:a="http://schemas.openxmlformats.org/drawingml/2006/main" l="75414" t="47514" r="16621" b="40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259" y="3340939"/>
            <a:ext cx="880613" cy="4340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944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1d05f40d0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569845"/>
            <a:ext cx="12192000" cy="229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996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9b3f206044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49500"/>
            <a:ext cx="12192000" cy="24911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601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3ba064a85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63750"/>
            <a:ext cx="12192000" cy="24149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072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2026-09-26T10:39:36.3900000Z</dcterms:created>
  <dcterms:modified xsi:type="dcterms:W3CDTF">2026-09-26T10:39:36.3900000Z</dcterms:modified>
</coreProperties>
</file>