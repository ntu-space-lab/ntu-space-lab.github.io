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40b831c3df40f9" /><Relationship Type="http://schemas.openxmlformats.org/officeDocument/2006/relationships/extended-properties" Target="/docProps/app.xml" Id="Raba082ab88eb404e" /><Relationship Type="http://schemas.openxmlformats.org/officeDocument/2006/relationships/officeDocument" Target="/ppt/presentation.xml" Id="R051c1cc84e0d4c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d95b8373e648ba"/>
  </p:sldMasterIdLst>
  <p:notesMasterIdLst>
    <p:notesMasterId xmlns:r="http://schemas.openxmlformats.org/officeDocument/2006/relationships" r:id="R88dacc75ccde493e"/>
  </p:notesMasterIdLst>
  <p:sldIdLst>
    <p:sldId xmlns:r="http://schemas.openxmlformats.org/officeDocument/2006/relationships" id="256" r:id="R302905eb92f641f8"/>
    <p:sldId xmlns:r="http://schemas.openxmlformats.org/officeDocument/2006/relationships" id="257" r:id="R8078aa8830db4032"/>
    <p:sldId xmlns:r="http://schemas.openxmlformats.org/officeDocument/2006/relationships" id="258" r:id="R09079d98ada3490a"/>
    <p:sldId xmlns:r="http://schemas.openxmlformats.org/officeDocument/2006/relationships" id="259" r:id="Rd880b3e4fec445b2"/>
    <p:sldId xmlns:r="http://schemas.openxmlformats.org/officeDocument/2006/relationships" id="260" r:id="R49cc6468b22245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0" cy="720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c27739cea24a29" /><Relationship Type="http://schemas.openxmlformats.org/officeDocument/2006/relationships/slideMaster" Target="/ppt/slideMasters/slideMaster1.xml" Id="R45d95b8373e648ba" /><Relationship Type="http://schemas.openxmlformats.org/officeDocument/2006/relationships/notesMaster" Target="/ppt/notesMasters/notesMaster1.xml" Id="R88dacc75ccde493e" /><Relationship Type="http://schemas.openxmlformats.org/officeDocument/2006/relationships/presProps" Target="/ppt/presProps.xml" Id="R551c698d4af44313" /><Relationship Type="http://schemas.openxmlformats.org/officeDocument/2006/relationships/viewProps" Target="/ppt/viewProps.xml" Id="Rd93a5621c0df4685" /><Relationship Type="http://schemas.openxmlformats.org/officeDocument/2006/relationships/tableStyles" Target="/ppt/tableStyles.xml" Id="Ra3a2a9b9fa254d0d" /><Relationship Type="http://schemas.openxmlformats.org/officeDocument/2006/relationships/slide" Target="/ppt/slides/slide1.xml" Id="R302905eb92f641f8" /><Relationship Type="http://schemas.openxmlformats.org/officeDocument/2006/relationships/slide" Target="/ppt/slides/slide2.xml" Id="R8078aa8830db4032" /><Relationship Type="http://schemas.openxmlformats.org/officeDocument/2006/relationships/slide" Target="/ppt/slides/slide3.xml" Id="R09079d98ada3490a" /><Relationship Type="http://schemas.openxmlformats.org/officeDocument/2006/relationships/slide" Target="/ppt/slides/slide4.xml" Id="Rd880b3e4fec445b2" /><Relationship Type="http://schemas.openxmlformats.org/officeDocument/2006/relationships/slide" Target="/ppt/slides/slide5.xml" Id="R49cc6468b22245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098582f9c143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74351c4128405e" /><Relationship Type="http://schemas.openxmlformats.org/officeDocument/2006/relationships/notesMaster" Target="/ppt/notesMasters/notesMaster1.xml" Id="Rfa024574470d48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ccb945f5464c9d" /><Relationship Type="http://schemas.openxmlformats.org/officeDocument/2006/relationships/notesMaster" Target="/ppt/notesMasters/notesMaster1.xml" Id="R243efde999024f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f322197e914f2e" /><Relationship Type="http://schemas.openxmlformats.org/officeDocument/2006/relationships/notesMaster" Target="/ppt/notesMasters/notesMaster1.xml" Id="Rb2dfe4f1c36048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43249c26a94fb5" /><Relationship Type="http://schemas.openxmlformats.org/officeDocument/2006/relationships/notesMaster" Target="/ppt/notesMasters/notesMaster1.xml" Id="R231e6904dce24a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bf3f16a6474d5e" /><Relationship Type="http://schemas.openxmlformats.org/officeDocument/2006/relationships/notesMaster" Target="/ppt/notesMasters/notesMaster1.xml" Id="R2269e935771142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504e0e1f6b4be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f6eb72ea7840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87a378a1ab4ac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1b251fefc840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bb4e0ba95240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25a626fb29451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8610cb96154ad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3743affbe8441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d6d024c61c4f9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622e59713a43f6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CDC13EF-2BFD-4EA3-AA91-13D511BB50D7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lnSpc>
                <a:spcPct val="130000"/>
              </a:lnSpc>
              <a:buNone/>
              <a:defRPr sz="6000"/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BF9116D-6BCD-493D-A9A7-66F1A9075B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FCA3107-31D5-4D28-8E44-8E9E321AAF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5101B03-0125-4555-B7A9-EA23BECDEE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79ECAB0-DD46-4CA0-A5D6-53FC65464E4A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C8EFB41-E963-4ECF-9D4B-E6E6704F27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44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EEC02BC-6BFF-4310-B08E-66AD5E637C7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92B5A8B-E96B-414C-B5FC-685BF7210F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C40684C-93CD-44BC-B11C-69161D999B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7A471C8-C7F5-4D9C-AAA4-C8242933B3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0778811-CB5A-47D1-94C0-2304BF0EF6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49" y="469127"/>
            <a:ext cx="10307927" cy="409334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43BA3D8-BFF7-4679-8D98-52536C4300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10307926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05E16FA-DAAD-4E78-BE95-A246C43D8D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BB9341E-B6F1-4947-AD19-2C2B8ECB64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958789B-01D1-4854-9F1F-3BBA805187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2DFD493-B99E-426C-8149-455BF1F576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4400" b="0" i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B38B1D7-B02A-4402-84D2-9ADA02CC2E2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90000"/>
              </a:lnSpc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745EFDE-C38E-4C4B-A696-5ADB2E3E409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90000"/>
              </a:lnSpc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4BF6364-26E2-42CB-91A9-DFEAEF89BF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4FCA56C-528B-4C8F-9FE6-4B1187839E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0BC3A6B-1E06-4525-A92D-3364B6B96D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E707C9D-2390-428B-B5E1-9F2A1FBC38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A8CC947-6A47-4401-81D3-ABACCDEE53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B13F8C9-B6BF-4CC0-9F9C-8C2B11C7F12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314F502-B7E6-4261-B680-199A2135646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FF490B7-F142-4BE5-A5D6-532CC1366A8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AFAD7DC-402F-4D05-9CC4-ACB3B20A96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9D3FA5B3-1A1A-4426-9135-59AE0C7955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F8CDD01-CA8D-4171-9F79-17CF765F31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DF2D071-76E3-4DE9-984A-FFEA3D5E38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4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AC608262-049B-42C5-A172-A72A03191A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799CA6F-77DA-4459-AF31-97B44DE75A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A47579BB-EEDD-4F67-9D7E-7F6D827F80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AD5D6A0-A011-46C5-A665-58BEB7920B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892A6C1-4162-4189-9484-AA546D39F5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66CC784-89CC-49D6-A4D3-EDE92F208B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EACBF9A-46B0-4D88-8155-547FF672AFA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3200" b="0"/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C10FCE1D-8E4C-420A-B3B5-D8C49FEB1B2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447F86B-57D9-4165-BB82-933A1951B9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746C357-E81B-4045-8285-33423F5BF4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F88D8C2-7D1F-4A9C-A624-A7ABEBC56D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F2FEF6B-1946-4D09-8146-40D7EFA39A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F6D95F91-E93B-4AD3-A448-484DD256C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44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DF1406E-0969-42E2-BA7C-F358643B68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D45B2E1-5081-4A40-AC76-06977FA05B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9CE9C87-4071-4375-B8D3-85CA2E585C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887D391-1EBF-4EAB-AF03-1C22545D32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87B80A5-E50C-43A3-92F1-91E0EF4ECF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B77DD45-1513-406A-B7E4-D70CEE67F2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BFB9550-336C-46C9-A3AB-669E92C577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ED33B55A-0BB1-475E-9DC8-7E6A291EA7E4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1ad07e81324886" /><Relationship Type="http://schemas.openxmlformats.org/officeDocument/2006/relationships/slideLayout" Target="/ppt/slideLayouts/slideLayout1.xml" Id="R17cc57f6f2d646f4" /><Relationship Type="http://schemas.openxmlformats.org/officeDocument/2006/relationships/slideLayout" Target="/ppt/slideLayouts/slideLayout2.xml" Id="R1711b4e47f914f92" /><Relationship Type="http://schemas.openxmlformats.org/officeDocument/2006/relationships/slideLayout" Target="/ppt/slideLayouts/slideLayout3.xml" Id="R45855bac1c2248a9" /><Relationship Type="http://schemas.openxmlformats.org/officeDocument/2006/relationships/slideLayout" Target="/ppt/slideLayouts/slideLayout4.xml" Id="Rd09bc04717984d31" /><Relationship Type="http://schemas.openxmlformats.org/officeDocument/2006/relationships/slideLayout" Target="/ppt/slideLayouts/slideLayout5.xml" Id="Rf18254a2ec28432e" /><Relationship Type="http://schemas.openxmlformats.org/officeDocument/2006/relationships/slideLayout" Target="/ppt/slideLayouts/slideLayout6.xml" Id="Rc8d7d74d44ef40a9" /><Relationship Type="http://schemas.openxmlformats.org/officeDocument/2006/relationships/slideLayout" Target="/ppt/slideLayouts/slideLayout7.xml" Id="R1835b124bc3446e5" /><Relationship Type="http://schemas.openxmlformats.org/officeDocument/2006/relationships/slideLayout" Target="/ppt/slideLayouts/slideLayout8.xml" Id="Rc82992f6035f4d4b" /><Relationship Type="http://schemas.openxmlformats.org/officeDocument/2006/relationships/slideLayout" Target="/ppt/slideLayouts/slideLayout9.xml" Id="R242eece03ac241e2" /><Relationship Type="http://schemas.openxmlformats.org/officeDocument/2006/relationships/slideLayout" Target="/ppt/slideLayouts/slideLayout10.xml" Id="Rdf3eab72aa3d487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1684CD5-2DF5-4901-9068-1D449EB471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D32B0C8-6A1A-4A1A-89B9-04CD0E50B5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3868A9E-288B-4D51-9B2C-73B45CBE05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11C9C7B-1C06-4225-8B4F-EE59A833DB5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9311C41-50F4-43B7-A45F-EDE8107F49B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cc57f6f2d646f4"/>
    <p:sldLayoutId xmlns:r="http://schemas.openxmlformats.org/officeDocument/2006/relationships" id="2147483650" r:id="R1711b4e47f914f92"/>
    <p:sldLayoutId xmlns:r="http://schemas.openxmlformats.org/officeDocument/2006/relationships" id="2147483651" r:id="R45855bac1c2248a9"/>
    <p:sldLayoutId xmlns:r="http://schemas.openxmlformats.org/officeDocument/2006/relationships" id="2147483652" r:id="Rd09bc04717984d31"/>
    <p:sldLayoutId xmlns:r="http://schemas.openxmlformats.org/officeDocument/2006/relationships" id="2147483653" r:id="Rf18254a2ec28432e"/>
    <p:sldLayoutId xmlns:r="http://schemas.openxmlformats.org/officeDocument/2006/relationships" id="2147483654" r:id="Rc8d7d74d44ef40a9"/>
    <p:sldLayoutId xmlns:r="http://schemas.openxmlformats.org/officeDocument/2006/relationships" id="2147483655" r:id="R1835b124bc3446e5"/>
    <p:sldLayoutId xmlns:r="http://schemas.openxmlformats.org/officeDocument/2006/relationships" id="2147483656" r:id="Rc82992f6035f4d4b"/>
    <p:sldLayoutId xmlns:r="http://schemas.openxmlformats.org/officeDocument/2006/relationships" id="2147483657" r:id="R242eece03ac241e2"/>
    <p:sldLayoutId xmlns:r="http://schemas.openxmlformats.org/officeDocument/2006/relationships" id="2147483658" r:id="Rdf3eab72aa3d487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525705b7448bd" /><Relationship Type="http://schemas.openxmlformats.org/officeDocument/2006/relationships/image" Target="/ppt/media/image.jpeg" Id="R88579ef04f504dfc" /><Relationship Type="http://schemas.openxmlformats.org/officeDocument/2006/relationships/image" Target="/ppt/media/image.png" Id="R017edeab73f4433d" /><Relationship Type="http://schemas.openxmlformats.org/officeDocument/2006/relationships/notesSlide" Target="/ppt/notesSlides/notesSlide1.xml" Id="Rd92b8a0ba15e48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24b3fa2ca41e0" /><Relationship Type="http://schemas.openxmlformats.org/officeDocument/2006/relationships/image" Target="/ppt/media/image2.png" Id="R06644e454a054c39" /><Relationship Type="http://schemas.openxmlformats.org/officeDocument/2006/relationships/image" Target="/ppt/media/image3.png" Id="Rbbc16560b7df4f9c" /><Relationship Type="http://schemas.openxmlformats.org/officeDocument/2006/relationships/image" Target="/ppt/media/image4.png" Id="Rbfe3b2e843c9426f" /><Relationship Type="http://schemas.openxmlformats.org/officeDocument/2006/relationships/notesSlide" Target="/ppt/notesSlides/notesSlide2.xml" Id="R96d26bdc69e247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aad7674b54f0e" /><Relationship Type="http://schemas.openxmlformats.org/officeDocument/2006/relationships/image" Target="/ppt/media/image3.png" Id="R6585caca1c9a4ca7" /><Relationship Type="http://schemas.openxmlformats.org/officeDocument/2006/relationships/notesSlide" Target="/ppt/notesSlides/notesSlide3.xml" Id="Rc2af6f7d62d444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0618b964343cf" /><Relationship Type="http://schemas.openxmlformats.org/officeDocument/2006/relationships/image" Target="/ppt/media/image.png" Id="R4ba9ee8b9430498f" /><Relationship Type="http://schemas.openxmlformats.org/officeDocument/2006/relationships/notesSlide" Target="/ppt/notesSlides/notesSlide4.xml" Id="R7f06c347ca3a43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c0d407bf647b4" /><Relationship Type="http://schemas.openxmlformats.org/officeDocument/2006/relationships/image" Target="/ppt/media/image5.png" Id="R5327bdc8f8284bfe" /><Relationship Type="http://schemas.openxmlformats.org/officeDocument/2006/relationships/notesSlide" Target="/ppt/notesSlides/notesSlide5.xml" Id="Rfc850c18d7264ab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79ef04f504dfc"/>
          <a:srcRect xmlns:a="http://schemas.openxmlformats.org/drawingml/2006/main" l="0" t="0" r="723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397000"/>
            <a:ext cx="3367956" cy="4064000"/>
          </a:xfrm>
          <a:prstGeom xmlns:a="http://schemas.openxmlformats.org/drawingml/2006/main" prst="rect">
            <a:avLst/>
          </a:prstGeom>
        </p:spPr>
      </p:pic>
      <p:pic>
        <p:nvPicPr>
          <p:cNvPr id="4" name="Matching SPACE wordm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edeab73f4433d"/>
          <a:srcRect xmlns:a="http://schemas.openxmlformats.org/drawingml/2006/main" l="18576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2317509"/>
            <a:ext cx="8858250" cy="22229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252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44e454a054c39"/>
          <a:stretch xmlns:a="http://schemas.openxmlformats.org/drawingml/2006/main"/>
        </p:blipFill>
        <p:spPr>
          <a:xfrm xmlns:a="http://schemas.openxmlformats.org/drawingml/2006/main">
            <a:off x="95250" y="2698645"/>
            <a:ext cx="3810000" cy="1411180"/>
          </a:xfrm>
          <a:prstGeom xmlns:a="http://schemas.openxmlformats.org/drawingml/2006/main" prst="rect">
            <a:avLst/>
          </a:prstGeom>
        </p:spPr>
      </p:pic>
      <p:pic>
        <p:nvPicPr>
          <p:cNvPr id="5" name="SPACE wordm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16560b7df4f9c"/>
          <a:srcRect xmlns:a="http://schemas.openxmlformats.org/drawingml/2006/main" l="24286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57625" y="2391134"/>
            <a:ext cx="8334375" cy="2075731"/>
          </a:xfrm>
          <a:prstGeom xmlns:a="http://schemas.openxmlformats.org/drawingml/2006/main" prst="rect">
            <a:avLst/>
          </a:prstGeom>
        </p:spPr>
      </p:pic>
      <p:pic>
        <p:nvPicPr>
          <p:cNvPr id="6" name="Corrected C mechanical arm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3b2e843c9426f"/>
          <a:srcRect xmlns:a="http://schemas.openxmlformats.org/drawingml/2006/main" l="75414" t="47514" r="16621" b="407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87259" y="3340939"/>
            <a:ext cx="880613" cy="43401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5649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5caca1c9a4c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569845"/>
            <a:ext cx="12192000" cy="2298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423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9ee8b943049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349500"/>
            <a:ext cx="12192000" cy="24911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7062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7bdc8f8284b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063750"/>
            <a:ext cx="12192000" cy="24149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997271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2026-09-26T10:33:06.5370000Z</dcterms:created>
  <dcterms:modified xsi:type="dcterms:W3CDTF">2026-09-26T10:33:06.5370000Z</dcterms:modified>
</coreProperties>
</file>