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bcfd4af4f184e3e" /><Relationship Type="http://schemas.openxmlformats.org/officeDocument/2006/relationships/extended-properties" Target="/docProps/app.xml" Id="R6df666bf2f744f7e" /><Relationship Type="http://schemas.openxmlformats.org/officeDocument/2006/relationships/officeDocument" Target="/ppt/presentation.xml" Id="R0d570da463bb4b8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e6874ff0414491"/>
  </p:sldMasterIdLst>
  <p:notesMasterIdLst>
    <p:notesMasterId xmlns:r="http://schemas.openxmlformats.org/officeDocument/2006/relationships" r:id="R3e623e348c254fa6"/>
  </p:notesMasterIdLst>
  <p:sldIdLst>
    <p:sldId xmlns:r="http://schemas.openxmlformats.org/officeDocument/2006/relationships" id="256" r:id="R8ba8627fa37d4afb"/>
    <p:sldId xmlns:r="http://schemas.openxmlformats.org/officeDocument/2006/relationships" id="257" r:id="Rf39070b2528246cd"/>
    <p:sldId xmlns:r="http://schemas.openxmlformats.org/officeDocument/2006/relationships" id="258" r:id="R0687fa296bc643de"/>
    <p:sldId xmlns:r="http://schemas.openxmlformats.org/officeDocument/2006/relationships" id="259" r:id="R241f6f36b2e74f40"/>
    <p:sldId xmlns:r="http://schemas.openxmlformats.org/officeDocument/2006/relationships" id="260" r:id="R0d76b2debc834d6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0" cy="720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54af2b128d4231" /><Relationship Type="http://schemas.openxmlformats.org/officeDocument/2006/relationships/slideMaster" Target="/ppt/slideMasters/slideMaster1.xml" Id="R20e6874ff0414491" /><Relationship Type="http://schemas.openxmlformats.org/officeDocument/2006/relationships/notesMaster" Target="/ppt/notesMasters/notesMaster1.xml" Id="R3e623e348c254fa6" /><Relationship Type="http://schemas.openxmlformats.org/officeDocument/2006/relationships/presProps" Target="/ppt/presProps.xml" Id="R9197061693024a7c" /><Relationship Type="http://schemas.openxmlformats.org/officeDocument/2006/relationships/viewProps" Target="/ppt/viewProps.xml" Id="R3bbc92597ad340c0" /><Relationship Type="http://schemas.openxmlformats.org/officeDocument/2006/relationships/tableStyles" Target="/ppt/tableStyles.xml" Id="Ra1d8c03f1ff9451a" /><Relationship Type="http://schemas.openxmlformats.org/officeDocument/2006/relationships/slide" Target="/ppt/slides/slide1.xml" Id="R8ba8627fa37d4afb" /><Relationship Type="http://schemas.openxmlformats.org/officeDocument/2006/relationships/slide" Target="/ppt/slides/slide2.xml" Id="Rf39070b2528246cd" /><Relationship Type="http://schemas.openxmlformats.org/officeDocument/2006/relationships/slide" Target="/ppt/slides/slide3.xml" Id="R0687fa296bc643de" /><Relationship Type="http://schemas.openxmlformats.org/officeDocument/2006/relationships/slide" Target="/ppt/slides/slide4.xml" Id="R241f6f36b2e74f40" /><Relationship Type="http://schemas.openxmlformats.org/officeDocument/2006/relationships/slide" Target="/ppt/slides/slide5.xml" Id="R0d76b2debc834d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27e67a9200947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b6f0e0ecd74cab" /><Relationship Type="http://schemas.openxmlformats.org/officeDocument/2006/relationships/notesMaster" Target="/ppt/notesMasters/notesMaster1.xml" Id="R2ecb2c728179449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5846999ff0248e5" /><Relationship Type="http://schemas.openxmlformats.org/officeDocument/2006/relationships/notesMaster" Target="/ppt/notesMasters/notesMaster1.xml" Id="R7307ce64e5084e6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0012c4940f547f1" /><Relationship Type="http://schemas.openxmlformats.org/officeDocument/2006/relationships/notesMaster" Target="/ppt/notesMasters/notesMaster1.xml" Id="R985ded5242984ff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3a348af01e84f88" /><Relationship Type="http://schemas.openxmlformats.org/officeDocument/2006/relationships/notesMaster" Target="/ppt/notesMasters/notesMaster1.xml" Id="Rb383bac0ad9b48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9fae5f01e6941c5" /><Relationship Type="http://schemas.openxmlformats.org/officeDocument/2006/relationships/notesMaster" Target="/ppt/notesMasters/notesMaster1.xml" Id="Rdd087afe6f974c6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6d8b28a922447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6fdd0b67094ac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24d2a2447c43a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1ceb9228cc34a9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c6a06a8e6fb47d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3de9eb4d024c21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0a9b3d9ada74953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7839d71773499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a81d53cbef4c3d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69056802464aae" /></Relationships>
</file>

<file path=ppt/slideLayouts/slideLayout1.xml><?xml version="1.0" encoding="utf-8"?>
<p:sldLayout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B41323A-F0FE-499C-B627-DBD646AEE574}"/>
              </a:ext>
            </a:extLst>
          </p:cNvPr>
          <p:cNvSpPr>
            <a:spLocks xmlns:a="http://schemas.openxmlformats.org/drawingml/2006/main" noGrp="1"/>
          </p:cNvSpPr>
          <p:nvPr>
            <p:ph type="ctrTitle" idx="0" hasCustomPrompt="1"/>
          </p:nvPr>
        </p:nvSpPr>
        <p:spPr>
          <a:xfrm xmlns:a="http://schemas.openxmlformats.org/drawingml/2006/main">
            <a:off x="1524000" y="1322962"/>
            <a:ext cx="9144000" cy="2187001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ctr">
              <a:lnSpc>
                <a:spcPct val="130000"/>
              </a:lnSpc>
              <a:buNone/>
              <a:defRPr sz="6000"/>
            </a:lvl1pPr>
          </a:lstStyle>
          <a:p xmlns:a="http://schemas.openxmlformats.org/drawingml/2006/main">
            <a:r>
              <a:t>单击此处添加标题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891F815C-5F27-4923-B81A-A011EA74A40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AD0998C7-EB62-45A3-81E0-CF9A5ABD53C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34DA9907-0737-44EA-A1D9-CB54D9B0B9A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FECDB1F7-F1B1-46FB-AE29-78B230592DED}"/>
              </a:ext>
            </a:extLst>
          </p:cNvPr>
          <p:cNvSpPr>
            <a:spLocks xmlns:a="http://schemas.openxmlformats.org/drawingml/2006/main" noGrp="1"/>
          </p:cNvSpPr>
          <p:nvPr>
            <p:ph type="subTitle" idx="1" hasCustomPrompt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  <a:latin typeface="+mn-ea"/>
                <a:ea typeface="+mn-ea"/>
                <a:cs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单击此处添加副标题</a:t>
            </a:r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ED3C5AC-48F1-4BBC-9262-C7889A8153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4400" b="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B5E05909-A054-4BDB-8505-AB6FFB80D6C5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10515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EB7FE5C1-C84B-440A-973B-3C5F8759491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40A1C007-BA69-4C0F-82FC-78B528651B0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C01A3484-20D6-4B09-8775-4D1E4A84E63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131D1C1-4861-4745-8793-AB40C95328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49" y="469127"/>
            <a:ext cx="10307927" cy="4093347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EC20DF9-B5D1-4CEE-943E-A6E2A87E73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610028"/>
            <a:ext cx="10307926" cy="647555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198F93C-C320-4DF3-AD8B-22FD034DC28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5DAA30EE-CCA1-40E4-8070-78B47B84B8B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855B91F-36FA-494E-8379-AE63E69DA6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E2E09CB-3967-4B6A-9946-790ECEA6A3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47700" y="258445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buNone/>
              <a:defRPr sz="4400" b="0" i="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3345E155-0115-475E-B5E4-3D4DE097CA1A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47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90000"/>
              </a:lnSpc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AD07D89F-ABCF-4EBF-B707-433359375A30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981700" y="1825625"/>
            <a:ext cx="5181600" cy="435133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>
              <a:lnSpc>
                <a:spcPct val="90000"/>
              </a:lnSpc>
              <a:buNone/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lnSpc>
                <a:spcPct val="90000"/>
              </a:lnSpc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lnSpc>
                <a:spcPct val="90000"/>
              </a:lnSpc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lnSpc>
                <a:spcPct val="9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lnSpc>
                <a:spcPct val="90000"/>
              </a:lnSpc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60668EC2-5DCD-411D-BE93-BD8E21CD821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CA9F8DA8-10CA-4F38-B116-42DFB0F3CD5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A9BFE3EB-2A16-4D2F-B847-3DE58180B74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838E4A34-F561-4646-BB51-63D3E9DB7AF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093D7D9F-ECEB-414B-BF3C-2C4D6B74938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744961"/>
            <a:ext cx="5157787" cy="823912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F10C104B-A70B-442A-B713-6F3CE678C016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615609"/>
            <a:ext cx="5157787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A0357326-E755-4272-8E8F-7FD7EC38EC9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744961"/>
            <a:ext cx="5183188" cy="823912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29FC1EB7-CBB6-45DC-82ED-A1CB118F6E6C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615609"/>
            <a:ext cx="5183188" cy="35740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52BC9329-6E87-4641-A28C-3FE25007527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7679110C-CAFF-4FF1-B0C2-63E9E23CD9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C074CE29-D77D-41CF-981F-8B9905AC4C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43A1222-4062-414D-BF92-8F0036F8364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2766219"/>
            <a:ext cx="10515600" cy="1325563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algn="ctr">
              <a:buNone/>
              <a:defRPr sz="4400" b="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9B4C180A-C9E9-4FED-ABE8-AB38C90438D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E4C95B2F-53DC-4FC5-AB7A-DBA2C03EEB9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01BBDAE5-665E-4F96-9AF9-58CBEA509D6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757990D7-9128-4123-82C6-A187FE81191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B79CFFFB-0CA9-482E-9C29-A6876F7E46D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6D079424-D309-4BBC-B336-D98D6676AE0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97FEA134-5272-421D-BDA2-C317CAD755C5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646747" y="127000"/>
            <a:ext cx="4165200" cy="16002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>
              <a:buNone/>
              <a:defRPr sz="3200" b="0"/>
            </a:lvl1pPr>
          </a:lstStyle>
          <a:p xmlns:a="http://schemas.openxmlformats.org/drawingml/2006/main">
            <a:r>
              <a:t>单击此处编辑标题</a:t>
            </a:r>
            <a:endParaRPr/>
          </a:p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868950FD-F712-4CF0-A223-A8479FB2BAB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4000" y="766354"/>
            <a:ext cx="5817375" cy="5094446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EFE60D7A-3DDD-47E6-9E81-EAA6A761F83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51827" y="2057400"/>
            <a:ext cx="4165200" cy="381158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lnSpc>
                <a:spcPct val="150000"/>
              </a:lnSpc>
              <a:buNone/>
              <a:defRPr sz="20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AA14B52-2650-43EB-9B8F-E9448ED2E4C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26F9584-819B-4CA7-BDA7-E52D799E95F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13CDA6A-5ADD-4031-88EF-FD367B83F35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89FE60CE-6C58-44B5-83DD-3A45F7B1920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824484" y="365125"/>
            <a:ext cx="1529316" cy="5811838"/>
          </a:xfrm>
        </p:spPr>
        <p:txBody>
          <a:bodyPr xmlns:a="http://schemas.openxmlformats.org/drawingml/2006/main" vert="eaVert">
            <a:normAutofit/>
          </a:bodyPr>
          <a:lstStyle xmlns:a="http://schemas.openxmlformats.org/drawingml/2006/main">
            <a:lvl1pPr>
              <a:buNone/>
              <a:defRPr sz="4400"/>
            </a:lvl1pPr>
          </a:lstStyle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56F7E4E0-236B-4A0D-988A-F4E17C7AD3C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8879958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CCF2AF1-8BE4-410A-853D-00AFC606D60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8170014-FC8E-4B77-9BB4-008F6F703F8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BB4BD9E-CF0E-4F1D-9CBE-E2BC7902898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AF41A404-488F-4B4C-BB15-78D1A931AB8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EEB01EC8-64A8-4E19-93D9-E04AB647071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E747FE3D-904E-48F4-A4AE-CFEE807B02E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内容占位符 6">
            <a:extLst xmlns:a="http://schemas.openxmlformats.org/drawingml/2006/main">
              <a:ext uri="{FF2B5EF4-FFF2-40B4-BE49-F238E27FC236}">
                <a16:creationId xmlns:a16="http://schemas.microsoft.com/office/drawing/2014/main" id="{20C7BD81-8A2B-4A9E-85EB-98D0B6A5275C}"/>
              </a:ext>
            </a:extLst>
          </p:cNvPr>
          <p:cNvSpPr>
            <a:spLocks xmlns:a="http://schemas.openxmlformats.org/drawingml/2006/main" noGrp="1"/>
          </p:cNvSpPr>
          <p:nvPr>
            <p:ph idx="13"/>
          </p:nvPr>
        </p:nvSpPr>
        <p:spPr>
          <a:xfrm xmlns:a="http://schemas.openxmlformats.org/drawingml/2006/main">
            <a:off x="838200" y="551543"/>
            <a:ext cx="10515600" cy="555897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7b12fb6ebbe426e" /><Relationship Type="http://schemas.openxmlformats.org/officeDocument/2006/relationships/slideLayout" Target="/ppt/slideLayouts/slideLayout1.xml" Id="R63ee00fda37840ec" /><Relationship Type="http://schemas.openxmlformats.org/officeDocument/2006/relationships/slideLayout" Target="/ppt/slideLayouts/slideLayout2.xml" Id="Rc29549bf7bba489a" /><Relationship Type="http://schemas.openxmlformats.org/officeDocument/2006/relationships/slideLayout" Target="/ppt/slideLayouts/slideLayout3.xml" Id="R0a001f0548a04c79" /><Relationship Type="http://schemas.openxmlformats.org/officeDocument/2006/relationships/slideLayout" Target="/ppt/slideLayouts/slideLayout4.xml" Id="R771819c940f8460c" /><Relationship Type="http://schemas.openxmlformats.org/officeDocument/2006/relationships/slideLayout" Target="/ppt/slideLayouts/slideLayout5.xml" Id="R26b5b16638214d19" /><Relationship Type="http://schemas.openxmlformats.org/officeDocument/2006/relationships/slideLayout" Target="/ppt/slideLayouts/slideLayout6.xml" Id="Ra0ff3bff02294eea" /><Relationship Type="http://schemas.openxmlformats.org/officeDocument/2006/relationships/slideLayout" Target="/ppt/slideLayouts/slideLayout7.xml" Id="R9475f2da3d094d06" /><Relationship Type="http://schemas.openxmlformats.org/officeDocument/2006/relationships/slideLayout" Target="/ppt/slideLayouts/slideLayout8.xml" Id="R3765f8139b864eb6" /><Relationship Type="http://schemas.openxmlformats.org/officeDocument/2006/relationships/slideLayout" Target="/ppt/slideLayouts/slideLayout9.xml" Id="Rbe044465b9a445f4" /><Relationship Type="http://schemas.openxmlformats.org/officeDocument/2006/relationships/slideLayout" Target="/ppt/slideLayouts/slideLayout10.xml" Id="R84f353109a674a9b" /></Relationships>
</file>

<file path=ppt/slideMasters/slideMaster1.xml><?xml version="1.0" encoding="utf-8"?>
<p:sldMaster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FD45F02C-9957-434B-807C-2DB9FC9E7B5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单击此处编辑母版标题样式</a:t>
            </a:r>
            <a:endParaRPr/>
          </a:p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FA77CCD-A09A-47B4-A31D-43614A73A0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单击此处编辑母版文本样式</a:t>
            </a:r>
            <a:endParaRPr/>
          </a:p>
          <a:p xmlns:a="http://schemas.openxmlformats.org/drawingml/2006/main">
            <a:pPr lvl="1">
              <a:buNone/>
            </a:pPr>
            <a:r>
              <a:t>第二级</a:t>
            </a:r>
            <a:endParaRPr/>
          </a:p>
          <a:p xmlns:a="http://schemas.openxmlformats.org/drawingml/2006/main">
            <a:pPr lvl="2">
              <a:buNone/>
            </a:pPr>
            <a:r>
              <a:t>第三级</a:t>
            </a:r>
            <a:endParaRPr/>
          </a:p>
          <a:p xmlns:a="http://schemas.openxmlformats.org/drawingml/2006/main">
            <a:pPr lvl="3">
              <a:buNone/>
            </a:pPr>
            <a:r>
              <a:t>第四级</a:t>
            </a:r>
            <a:endParaRPr/>
          </a:p>
          <a:p xmlns:a="http://schemas.openxmlformats.org/drawingml/2006/main">
            <a:pPr lvl="4">
              <a:buNone/>
            </a:pPr>
            <a:r>
              <a:t>第五级</a:t>
            </a:r>
            <a:endParaRPr/>
          </a:p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97FA7925-6A3F-4B54-93AC-7110BD4C044E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9CC495C-458F-4C6D-A110-E4F024573DA2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6F067CE-6DCB-41F3-A7E9-71FA0776A28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3ee00fda37840ec"/>
    <p:sldLayoutId xmlns:r="http://schemas.openxmlformats.org/officeDocument/2006/relationships" id="2147483650" r:id="Rc29549bf7bba489a"/>
    <p:sldLayoutId xmlns:r="http://schemas.openxmlformats.org/officeDocument/2006/relationships" id="2147483651" r:id="R0a001f0548a04c79"/>
    <p:sldLayoutId xmlns:r="http://schemas.openxmlformats.org/officeDocument/2006/relationships" id="2147483652" r:id="R771819c940f8460c"/>
    <p:sldLayoutId xmlns:r="http://schemas.openxmlformats.org/officeDocument/2006/relationships" id="2147483653" r:id="R26b5b16638214d19"/>
    <p:sldLayoutId xmlns:r="http://schemas.openxmlformats.org/officeDocument/2006/relationships" id="2147483654" r:id="Ra0ff3bff02294eea"/>
    <p:sldLayoutId xmlns:r="http://schemas.openxmlformats.org/officeDocument/2006/relationships" id="2147483655" r:id="R9475f2da3d094d06"/>
    <p:sldLayoutId xmlns:r="http://schemas.openxmlformats.org/officeDocument/2006/relationships" id="2147483656" r:id="R3765f8139b864eb6"/>
    <p:sldLayoutId xmlns:r="http://schemas.openxmlformats.org/officeDocument/2006/relationships" id="2147483657" r:id="Rbe044465b9a445f4"/>
    <p:sldLayoutId xmlns:r="http://schemas.openxmlformats.org/officeDocument/2006/relationships" id="2147483658" r:id="R84f353109a674a9b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c4637feb46f4880" /><Relationship Type="http://schemas.openxmlformats.org/officeDocument/2006/relationships/image" Target="/ppt/media/image.jpeg" Id="Re7e7d2652a144930" /><Relationship Type="http://schemas.openxmlformats.org/officeDocument/2006/relationships/image" Target="/ppt/media/image.png" Id="R253e83e6b52d4d07" /><Relationship Type="http://schemas.openxmlformats.org/officeDocument/2006/relationships/notesSlide" Target="/ppt/notesSlides/notesSlide1.xml" Id="R14a880731aa5496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152b61e9ec4054" /><Relationship Type="http://schemas.openxmlformats.org/officeDocument/2006/relationships/image" Target="/ppt/media/image2.png" Id="Rd9db65fa7c3c49e7" /><Relationship Type="http://schemas.openxmlformats.org/officeDocument/2006/relationships/image" Target="/ppt/media/image3.png" Id="R98a641e20ce348d4" /><Relationship Type="http://schemas.openxmlformats.org/officeDocument/2006/relationships/image" Target="/ppt/media/image4.png" Id="R86220d5649db4d2c" /><Relationship Type="http://schemas.openxmlformats.org/officeDocument/2006/relationships/notesSlide" Target="/ppt/notesSlides/notesSlide2.xml" Id="R07daecb54a5e4e8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8367b70150426b" /><Relationship Type="http://schemas.openxmlformats.org/officeDocument/2006/relationships/image" Target="/ppt/media/image3.png" Id="R08fc3d22e1c74eca" /><Relationship Type="http://schemas.openxmlformats.org/officeDocument/2006/relationships/notesSlide" Target="/ppt/notesSlides/notesSlide3.xml" Id="R5be1cff2545e4ed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bb3d815aa34f79" /><Relationship Type="http://schemas.openxmlformats.org/officeDocument/2006/relationships/image" Target="/ppt/media/image.png" Id="R9e631b66d6564358" /><Relationship Type="http://schemas.openxmlformats.org/officeDocument/2006/relationships/notesSlide" Target="/ppt/notesSlides/notesSlide4.xml" Id="Ref5ddadc48334b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936c751fdd04047" /><Relationship Type="http://schemas.openxmlformats.org/officeDocument/2006/relationships/image" Target="/ppt/media/image5.png" Id="Rd76421fdde854161" /><Relationship Type="http://schemas.openxmlformats.org/officeDocument/2006/relationships/notesSlide" Target="/ppt/notesSlides/notesSlide5.xml" Id="Rcfd5bfb77ddd4a03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e7d2652a144930"/>
          <a:srcRect xmlns:a="http://schemas.openxmlformats.org/drawingml/2006/main" l="0" t="0" r="723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1397000"/>
            <a:ext cx="3367956" cy="4064000"/>
          </a:xfrm>
          <a:prstGeom xmlns:a="http://schemas.openxmlformats.org/drawingml/2006/main" prst="rect">
            <a:avLst/>
          </a:prstGeom>
        </p:spPr>
      </p:pic>
      <p:pic>
        <p:nvPicPr>
          <p:cNvPr id="4" name="Matching SPACE wordmark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3e83e6b52d4d07"/>
          <a:srcRect xmlns:a="http://schemas.openxmlformats.org/drawingml/2006/main" l="18576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2317509"/>
            <a:ext cx="8858250" cy="222298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314253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db65fa7c3c49e7"/>
          <a:stretch xmlns:a="http://schemas.openxmlformats.org/drawingml/2006/main"/>
        </p:blipFill>
        <p:spPr>
          <a:xfrm xmlns:a="http://schemas.openxmlformats.org/drawingml/2006/main">
            <a:off x="0" y="2667024"/>
            <a:ext cx="4048125" cy="1499378"/>
          </a:xfrm>
          <a:prstGeom xmlns:a="http://schemas.openxmlformats.org/drawingml/2006/main" prst="rect">
            <a:avLst/>
          </a:prstGeom>
        </p:spPr>
      </p:pic>
      <p:pic>
        <p:nvPicPr>
          <p:cNvPr id="5" name="SPACE wordmark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a641e20ce348d4"/>
          <a:srcRect xmlns:a="http://schemas.openxmlformats.org/drawingml/2006/main" l="24286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857625" y="2391134"/>
            <a:ext cx="8334375" cy="2075731"/>
          </a:xfrm>
          <a:prstGeom xmlns:a="http://schemas.openxmlformats.org/drawingml/2006/main" prst="rect">
            <a:avLst/>
          </a:prstGeom>
        </p:spPr>
      </p:pic>
      <p:pic>
        <p:nvPicPr>
          <p:cNvPr id="6" name="Corrected C mechanical arm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6220d5649db4d2c"/>
          <a:srcRect xmlns:a="http://schemas.openxmlformats.org/drawingml/2006/main" l="75414" t="47514" r="16621" b="4074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87259" y="3340939"/>
            <a:ext cx="880613" cy="434017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847197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图片 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8fc3d22e1c74ec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2569845"/>
            <a:ext cx="12192000" cy="22987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7736949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631b66d656435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2349500"/>
            <a:ext cx="12192000" cy="249110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58991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" name="图片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6421fdde8541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2063750"/>
            <a:ext cx="12192000" cy="241490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154652"/>
      </p:ext>
    </p:extLst>
  </p:cSld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宋体"/>
        <a:cs typeface=""/>
      </a:majorFont>
      <a:minorFont>
        <a:latin typeface="Calibri"/>
        <a:ea typeface="宋体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/>
            </a:gs>
            <a:gs pos="100000">
              <a:schemeClr val="phClr"/>
            </a:gs>
          </a:gsLst>
          <a:lin ang="2700000" scaled="0"/>
        </a:gradFill>
      </a:fillStyleLst>
      <a:lnStyleLst>
        <a:ln w="1270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2700">
          <a:gradFill>
            <a:gsLst>
              <a:gs pos="0">
                <a:schemeClr val="phClr"/>
              </a:gs>
              <a:gs pos="100000">
                <a:schemeClr val="phClr"/>
              </a:gs>
            </a:gsLst>
            <a:lin ang="2700000" scaled="1"/>
          </a:gradFill>
          <a:prstDash val="solid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2026-09-26T10:36:38.0710000Z</dcterms:created>
  <dcterms:modified xsi:type="dcterms:W3CDTF">2026-09-26T10:36:38.0710000Z</dcterms:modified>
</coreProperties>
</file>